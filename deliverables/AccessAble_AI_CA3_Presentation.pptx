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39625d703d4ac7" /><Relationship Type="http://schemas.openxmlformats.org/officeDocument/2006/relationships/extended-properties" Target="/docProps/app.xml" Id="R2ffe4bd16a094a20" /><Relationship Type="http://schemas.openxmlformats.org/officeDocument/2006/relationships/officeDocument" Target="/ppt/presentation.xml" Id="Ra93feb6ebac24f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cbfb26cee943b9"/>
  </p:sldMasterIdLst>
  <p:notesMasterIdLst>
    <p:notesMasterId xmlns:r="http://schemas.openxmlformats.org/officeDocument/2006/relationships" r:id="R38eaac205a6149a7"/>
  </p:notesMasterIdLst>
  <p:sldIdLst>
    <p:sldId xmlns:r="http://schemas.openxmlformats.org/officeDocument/2006/relationships" id="256" r:id="R7c44b39c97af4cdb"/>
    <p:sldId xmlns:r="http://schemas.openxmlformats.org/officeDocument/2006/relationships" id="257" r:id="R751e5eefa8ed4819"/>
    <p:sldId xmlns:r="http://schemas.openxmlformats.org/officeDocument/2006/relationships" id="258" r:id="R62bc3a98de044ad7"/>
    <p:sldId xmlns:r="http://schemas.openxmlformats.org/officeDocument/2006/relationships" id="259" r:id="R70383b5da4fc478f"/>
    <p:sldId xmlns:r="http://schemas.openxmlformats.org/officeDocument/2006/relationships" id="260" r:id="R53f80ebf7dc341ac"/>
    <p:sldId xmlns:r="http://schemas.openxmlformats.org/officeDocument/2006/relationships" id="261" r:id="R47928ce09add42e4"/>
    <p:sldId xmlns:r="http://schemas.openxmlformats.org/officeDocument/2006/relationships" id="262" r:id="R11b6c73e2d414a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440f97d07e453a" /><Relationship Type="http://schemas.openxmlformats.org/officeDocument/2006/relationships/slideMaster" Target="/ppt/slideMasters/slideMaster1.xml" Id="R84cbfb26cee943b9" /><Relationship Type="http://schemas.openxmlformats.org/officeDocument/2006/relationships/notesMaster" Target="/ppt/notesMasters/notesMaster1.xml" Id="R38eaac205a6149a7" /><Relationship Type="http://schemas.openxmlformats.org/officeDocument/2006/relationships/presProps" Target="/ppt/presProps.xml" Id="R2644bffacc0c4acb" /><Relationship Type="http://schemas.openxmlformats.org/officeDocument/2006/relationships/tableStyles" Target="/ppt/tableStyles.xml" Id="Raaf30ae91e8b48df" /><Relationship Type="http://schemas.openxmlformats.org/officeDocument/2006/relationships/slide" Target="/ppt/slides/slide1.xml" Id="R7c44b39c97af4cdb" /><Relationship Type="http://schemas.openxmlformats.org/officeDocument/2006/relationships/slide" Target="/ppt/slides/slide2.xml" Id="R751e5eefa8ed4819" /><Relationship Type="http://schemas.openxmlformats.org/officeDocument/2006/relationships/slide" Target="/ppt/slides/slide3.xml" Id="R62bc3a98de044ad7" /><Relationship Type="http://schemas.openxmlformats.org/officeDocument/2006/relationships/slide" Target="/ppt/slides/slide4.xml" Id="R70383b5da4fc478f" /><Relationship Type="http://schemas.openxmlformats.org/officeDocument/2006/relationships/slide" Target="/ppt/slides/slide5.xml" Id="R53f80ebf7dc341ac" /><Relationship Type="http://schemas.openxmlformats.org/officeDocument/2006/relationships/slide" Target="/ppt/slides/slide6.xml" Id="R47928ce09add42e4" /><Relationship Type="http://schemas.openxmlformats.org/officeDocument/2006/relationships/slide" Target="/ppt/slides/slide7.xml" Id="R11b6c73e2d414a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125b1e47364f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6c2f279b46426f" /><Relationship Type="http://schemas.openxmlformats.org/officeDocument/2006/relationships/notesMaster" Target="/ppt/notesMasters/notesMaster1.xml" Id="Ra8ce38114a5a49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1a22da6b7a4eaf" /><Relationship Type="http://schemas.openxmlformats.org/officeDocument/2006/relationships/notesMaster" Target="/ppt/notesMasters/notesMaster1.xml" Id="R5ee3c889c0ba4a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8e0e89cad648bd" /><Relationship Type="http://schemas.openxmlformats.org/officeDocument/2006/relationships/notesMaster" Target="/ppt/notesMasters/notesMaster1.xml" Id="R28b4cdaa50fb46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473d27335241e9" /><Relationship Type="http://schemas.openxmlformats.org/officeDocument/2006/relationships/notesMaster" Target="/ppt/notesMasters/notesMaster1.xml" Id="R0fe98484690746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25f59e779843fd" /><Relationship Type="http://schemas.openxmlformats.org/officeDocument/2006/relationships/notesMaster" Target="/ppt/notesMasters/notesMaster1.xml" Id="R8c68f3fa7c564b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1db37985d84c14" /><Relationship Type="http://schemas.openxmlformats.org/officeDocument/2006/relationships/notesMaster" Target="/ppt/notesMasters/notesMaster1.xml" Id="R374e61636c8a4e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a434da574a48a2" /><Relationship Type="http://schemas.openxmlformats.org/officeDocument/2006/relationships/notesMaster" Target="/ppt/notesMasters/notesMaster1.xml" Id="Ra2a3ac9f804c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8b46a81d848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3b967bfb544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3312d130b48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573c1189e40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f7612db4c47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ed66905d945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1F89A5-F68F-4358-A9F4-97B810B041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AB9F03-0A15-4586-A591-7AADB05519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6B74F4-2838-4CD9-B22F-3C4313211A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33A661-D68C-4A4A-9366-7E53D505E3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5B78A0-37B4-4B9D-A2B9-F311293A94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03DB84-BFDA-4ABC-AE8C-0295B3E2D5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DFAE70-1BD1-444E-9D9A-CD9B4F3A32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53B5C6-B580-4403-B2DD-5E8187E669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FB818C-09AD-4A51-B1FE-07E73B1538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FEE102-CCAB-40D2-B11D-6722CFAC7B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b851b2f5304747" /><Relationship Type="http://schemas.openxmlformats.org/officeDocument/2006/relationships/slideLayout" Target="/ppt/slideLayouts/slideLayout1.xml" Id="R555b7bb7ee4d459e" /><Relationship Type="http://schemas.openxmlformats.org/officeDocument/2006/relationships/slideLayout" Target="/ppt/slideLayouts/slideLayout2.xml" Id="Rbe8ceb8602ec46db" /><Relationship Type="http://schemas.openxmlformats.org/officeDocument/2006/relationships/slideLayout" Target="/ppt/slideLayouts/slideLayout3.xml" Id="Red24a6a9af7541e8" /><Relationship Type="http://schemas.openxmlformats.org/officeDocument/2006/relationships/slideLayout" Target="/ppt/slideLayouts/slideLayout4.xml" Id="R31d8cf7ffd2d4694" /><Relationship Type="http://schemas.openxmlformats.org/officeDocument/2006/relationships/slideLayout" Target="/ppt/slideLayouts/slideLayout5.xml" Id="R4340c88ce07b4d13" /><Relationship Type="http://schemas.openxmlformats.org/officeDocument/2006/relationships/slideLayout" Target="/ppt/slideLayouts/slideLayout6.xml" Id="Rb0e43ce1443c44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5b7bb7ee4d459e"/>
    <p:sldLayoutId xmlns:r="http://schemas.openxmlformats.org/officeDocument/2006/relationships" id="2147483650" r:id="Rbe8ceb8602ec46db"/>
    <p:sldLayoutId xmlns:r="http://schemas.openxmlformats.org/officeDocument/2006/relationships" id="2147483651" r:id="Red24a6a9af7541e8"/>
    <p:sldLayoutId xmlns:r="http://schemas.openxmlformats.org/officeDocument/2006/relationships" id="2147483652" r:id="R31d8cf7ffd2d4694"/>
    <p:sldLayoutId xmlns:r="http://schemas.openxmlformats.org/officeDocument/2006/relationships" id="2147483653" r:id="R4340c88ce07b4d13"/>
    <p:sldLayoutId xmlns:r="http://schemas.openxmlformats.org/officeDocument/2006/relationships" id="2147483654" r:id="Rb0e43ce1443c44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a372e7185447c" /><Relationship Type="http://schemas.openxmlformats.org/officeDocument/2006/relationships/notesSlide" Target="/ppt/notesSlides/notesSlide1.xml" Id="R4a0394e20b8f4b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0eb6d43467437d" /><Relationship Type="http://schemas.openxmlformats.org/officeDocument/2006/relationships/notesSlide" Target="/ppt/notesSlides/notesSlide2.xml" Id="R9632ec08d6e74f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a9e030a26649c0" /><Relationship Type="http://schemas.openxmlformats.org/officeDocument/2006/relationships/notesSlide" Target="/ppt/notesSlides/notesSlide3.xml" Id="Rf008b409493f46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35f0fedc7646e3" /><Relationship Type="http://schemas.openxmlformats.org/officeDocument/2006/relationships/notesSlide" Target="/ppt/notesSlides/notesSlide4.xml" Id="Rbe242899229b4c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477b5694f4fb1" /><Relationship Type="http://schemas.openxmlformats.org/officeDocument/2006/relationships/chart" Target="/ppt/slides/charts/chart1.xml" Id="Rdfe3a9cb4de448c3" /><Relationship Type="http://schemas.openxmlformats.org/officeDocument/2006/relationships/notesSlide" Target="/ppt/notesSlides/notesSlide5.xml" Id="Rd3472c37c7b64a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5f1acec634d0e" /><Relationship Type="http://schemas.openxmlformats.org/officeDocument/2006/relationships/notesSlide" Target="/ppt/notesSlides/notesSlide6.xml" Id="R2a97c82e952147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28874293d46b2" /><Relationship Type="http://schemas.openxmlformats.org/officeDocument/2006/relationships/notesSlide" Target="/ppt/notesSlides/notesSlide7.xml" Id="Rf0ad31e81a07464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Findings</c:v>
          </c:tx>
          <c:spPr>
            <a:solidFill xmlns:a="http://schemas.openxmlformats.org/drawingml/2006/main">
              <a:srgbClr val="2463A5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Broken store page</c:v>
                </c:pt>
                <c:pt idx="1">
                  <c:v>Improved store page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</c:v>
                </c:pt>
                <c:pt idx="1">
                  <c:v>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6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629EB-7204-41A1-B1A5-BA373081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90A15-3272-47DD-94AC-EBAF7412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C3599-C1F8-493A-8353-1601E220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AccessAble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29E36-865F-4714-BFDA-DA3AFBF5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7DDF4"/>
                </a:solidFill>
              </a:defRPr>
            </a:defPPr>
            <a:lvl1pPr>
              <a:defRPr sz="1725" b="0">
                <a:solidFill>
                  <a:srgbClr val="C7DDF4"/>
                </a:solidFill>
              </a:defRPr>
            </a:lvl1pPr>
            <a:lvl2pPr>
              <a:defRPr sz="1725" b="0">
                <a:solidFill>
                  <a:srgbClr val="C7DDF4"/>
                </a:solidFill>
              </a:defRPr>
            </a:lvl2pPr>
            <a:lvl3pPr>
              <a:defRPr sz="1725" b="0">
                <a:solidFill>
                  <a:srgbClr val="C7DDF4"/>
                </a:solidFill>
              </a:defRPr>
            </a:lvl3pPr>
            <a:lvl4pPr>
              <a:defRPr sz="1725" b="0">
                <a:solidFill>
                  <a:srgbClr val="C7DDF4"/>
                </a:solidFill>
              </a:defRPr>
            </a:lvl4pPr>
            <a:lvl5pPr>
              <a:defRPr sz="1725" b="0">
                <a:solidFill>
                  <a:srgbClr val="C7DDF4"/>
                </a:solidFill>
              </a:defRPr>
            </a:lvl5pPr>
            <a:lvl6pPr>
              <a:defRPr sz="1725" b="0">
                <a:solidFill>
                  <a:srgbClr val="C7DDF4"/>
                </a:solidFill>
              </a:defRPr>
            </a:lvl6pPr>
            <a:lvl7pPr>
              <a:defRPr sz="1725" b="0">
                <a:solidFill>
                  <a:srgbClr val="C7DDF4"/>
                </a:solidFill>
              </a:defRPr>
            </a:lvl7pPr>
            <a:lvl8pPr>
              <a:defRPr sz="1725" b="0">
                <a:solidFill>
                  <a:srgbClr val="C7DDF4"/>
                </a:solidFill>
              </a:defRPr>
            </a:lvl8pPr>
            <a:lvl9pPr>
              <a:defRPr sz="1725" b="0">
                <a:solidFill>
                  <a:srgbClr val="C7DDF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7DDF4"/>
                </a:solidFill>
              </a:defRPr>
            </a:pPr>
            <a:r>
              <a:rPr sz="1725" b="0">
                <a:solidFill>
                  <a:srgbClr val="C7DDF4"/>
                </a:solidFill>
              </a:rPr>
              <a:t>Multi-Agent Website</a:t>
            </a:r>
          </a:p>
          <a:p xmlns:a="http://schemas.openxmlformats.org/drawingml/2006/main">
            <a:pPr>
              <a:defRPr sz="1725" b="0">
                <a:solidFill>
                  <a:srgbClr val="C7DDF4"/>
                </a:solidFill>
              </a:defRPr>
            </a:pPr>
            <a:r>
              <a:rPr sz="1725" b="0">
                <a:solidFill>
                  <a:srgbClr val="C7DDF4"/>
                </a:solidFill>
              </a:rPr>
              <a:t>Accessibility Auditor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C8F16-90F1-4A40-853E-F5AE3AA8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CA-3 Agentic AI Proof of Concept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Priyansh Pandey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B98F7-3C84-4617-942C-D95BD92A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23B5D"/>
                </a:solidFill>
              </a:defRPr>
            </a:defPPr>
            <a:lvl1pPr>
              <a:defRPr sz="2625" b="1">
                <a:solidFill>
                  <a:srgbClr val="123B5D"/>
                </a:solidFill>
              </a:defRPr>
            </a:lvl1pPr>
            <a:lvl2pPr>
              <a:defRPr sz="2625" b="1">
                <a:solidFill>
                  <a:srgbClr val="123B5D"/>
                </a:solidFill>
              </a:defRPr>
            </a:lvl2pPr>
            <a:lvl3pPr>
              <a:defRPr sz="2625" b="1">
                <a:solidFill>
                  <a:srgbClr val="123B5D"/>
                </a:solidFill>
              </a:defRPr>
            </a:lvl3pPr>
            <a:lvl4pPr>
              <a:defRPr sz="2625" b="1">
                <a:solidFill>
                  <a:srgbClr val="123B5D"/>
                </a:solidFill>
              </a:defRPr>
            </a:lvl4pPr>
            <a:lvl5pPr>
              <a:defRPr sz="2625" b="1">
                <a:solidFill>
                  <a:srgbClr val="123B5D"/>
                </a:solidFill>
              </a:defRPr>
            </a:lvl5pPr>
            <a:lvl6pPr>
              <a:defRPr sz="2625" b="1">
                <a:solidFill>
                  <a:srgbClr val="123B5D"/>
                </a:solidFill>
              </a:defRPr>
            </a:lvl6pPr>
            <a:lvl7pPr>
              <a:defRPr sz="2625" b="1">
                <a:solidFill>
                  <a:srgbClr val="123B5D"/>
                </a:solidFill>
              </a:defRPr>
            </a:lvl7pPr>
            <a:lvl8pPr>
              <a:defRPr sz="2625" b="1">
                <a:solidFill>
                  <a:srgbClr val="123B5D"/>
                </a:solidFill>
              </a:defRPr>
            </a:lvl8pPr>
            <a:lvl9pPr>
              <a:defRPr sz="2625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23B5D"/>
                </a:solidFill>
              </a:defRPr>
            </a:pPr>
            <a:r>
              <a:rPr sz="2625" b="1">
                <a:solidFill>
                  <a:srgbClr val="123B5D"/>
                </a:solidFill>
              </a:rPr>
              <a:t>A focused first-pass audit for common HTML accessibility barriers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37D44-DA51-4C24-8560-D177807F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77A"/>
                </a:solidFill>
              </a:defRPr>
            </a:defPPr>
            <a:lvl1pPr>
              <a:defRPr sz="1650" b="0">
                <a:solidFill>
                  <a:srgbClr val="52677A"/>
                </a:solidFill>
              </a:defRPr>
            </a:lvl1pPr>
            <a:lvl2pPr>
              <a:defRPr sz="1650" b="0">
                <a:solidFill>
                  <a:srgbClr val="52677A"/>
                </a:solidFill>
              </a:defRPr>
            </a:lvl2pPr>
            <a:lvl3pPr>
              <a:defRPr sz="1650" b="0">
                <a:solidFill>
                  <a:srgbClr val="52677A"/>
                </a:solidFill>
              </a:defRPr>
            </a:lvl3pPr>
            <a:lvl4pPr>
              <a:defRPr sz="1650" b="0">
                <a:solidFill>
                  <a:srgbClr val="52677A"/>
                </a:solidFill>
              </a:defRPr>
            </a:lvl4pPr>
            <a:lvl5pPr>
              <a:defRPr sz="1650" b="0">
                <a:solidFill>
                  <a:srgbClr val="52677A"/>
                </a:solidFill>
              </a:defRPr>
            </a:lvl5pPr>
            <a:lvl6pPr>
              <a:defRPr sz="1650" b="0">
                <a:solidFill>
                  <a:srgbClr val="52677A"/>
                </a:solidFill>
              </a:defRPr>
            </a:lvl6pPr>
            <a:lvl7pPr>
              <a:defRPr sz="1650" b="0">
                <a:solidFill>
                  <a:srgbClr val="52677A"/>
                </a:solidFill>
              </a:defRPr>
            </a:lvl7pPr>
            <a:lvl8pPr>
              <a:defRPr sz="1650" b="0">
                <a:solidFill>
                  <a:srgbClr val="52677A"/>
                </a:solidFill>
              </a:defRPr>
            </a:lvl8pPr>
            <a:lvl9pPr>
              <a:defRPr sz="1650" b="0">
                <a:solidFill>
                  <a:srgbClr val="52677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The PoC combines deterministic checks, WCAG context, fix guidance, and an explicit human-review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F342F-0BBC-47BF-A244-1F0FC738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C530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48AD0-FB5C-477A-B176-8D1ED4CD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5910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02A43"/>
                </a:solidFill>
              </a:defRPr>
            </a:defPPr>
            <a:lvl1pPr>
              <a:defRPr sz="975" b="1">
                <a:solidFill>
                  <a:srgbClr val="102A43"/>
                </a:solidFill>
              </a:defRPr>
            </a:lvl1pPr>
            <a:lvl2pPr>
              <a:defRPr sz="975" b="1">
                <a:solidFill>
                  <a:srgbClr val="102A43"/>
                </a:solidFill>
              </a:defRPr>
            </a:lvl2pPr>
            <a:lvl3pPr>
              <a:defRPr sz="975" b="1">
                <a:solidFill>
                  <a:srgbClr val="102A43"/>
                </a:solidFill>
              </a:defRPr>
            </a:lvl3pPr>
            <a:lvl4pPr>
              <a:defRPr sz="975" b="1">
                <a:solidFill>
                  <a:srgbClr val="102A43"/>
                </a:solidFill>
              </a:defRPr>
            </a:lvl4pPr>
            <a:lvl5pPr>
              <a:defRPr sz="975" b="1">
                <a:solidFill>
                  <a:srgbClr val="102A43"/>
                </a:solidFill>
              </a:defRPr>
            </a:lvl5pPr>
            <a:lvl6pPr>
              <a:defRPr sz="975" b="1">
                <a:solidFill>
                  <a:srgbClr val="102A43"/>
                </a:solidFill>
              </a:defRPr>
            </a:lvl6pPr>
            <a:lvl7pPr>
              <a:defRPr sz="975" b="1">
                <a:solidFill>
                  <a:srgbClr val="102A43"/>
                </a:solidFill>
              </a:defRPr>
            </a:lvl7pPr>
            <a:lvl8pPr>
              <a:defRPr sz="975" b="1">
                <a:solidFill>
                  <a:srgbClr val="102A43"/>
                </a:solidFill>
              </a:defRPr>
            </a:lvl8pPr>
            <a:lvl9pPr>
              <a:defRPr sz="9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Missing alt 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C0AEB-A419-4E93-B9EC-9B22DB9E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A6B29-85FA-4D88-A9BB-2BC37E86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5910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02A43"/>
                </a:solidFill>
              </a:defRPr>
            </a:defPPr>
            <a:lvl1pPr>
              <a:defRPr sz="975" b="1">
                <a:solidFill>
                  <a:srgbClr val="102A43"/>
                </a:solidFill>
              </a:defRPr>
            </a:lvl1pPr>
            <a:lvl2pPr>
              <a:defRPr sz="975" b="1">
                <a:solidFill>
                  <a:srgbClr val="102A43"/>
                </a:solidFill>
              </a:defRPr>
            </a:lvl2pPr>
            <a:lvl3pPr>
              <a:defRPr sz="975" b="1">
                <a:solidFill>
                  <a:srgbClr val="102A43"/>
                </a:solidFill>
              </a:defRPr>
            </a:lvl3pPr>
            <a:lvl4pPr>
              <a:defRPr sz="975" b="1">
                <a:solidFill>
                  <a:srgbClr val="102A43"/>
                </a:solidFill>
              </a:defRPr>
            </a:lvl4pPr>
            <a:lvl5pPr>
              <a:defRPr sz="975" b="1">
                <a:solidFill>
                  <a:srgbClr val="102A43"/>
                </a:solidFill>
              </a:defRPr>
            </a:lvl5pPr>
            <a:lvl6pPr>
              <a:defRPr sz="975" b="1">
                <a:solidFill>
                  <a:srgbClr val="102A43"/>
                </a:solidFill>
              </a:defRPr>
            </a:lvl6pPr>
            <a:lvl7pPr>
              <a:defRPr sz="975" b="1">
                <a:solidFill>
                  <a:srgbClr val="102A43"/>
                </a:solidFill>
              </a:defRPr>
            </a:lvl7pPr>
            <a:lvl8pPr>
              <a:defRPr sz="975" b="1">
                <a:solidFill>
                  <a:srgbClr val="102A43"/>
                </a:solidFill>
              </a:defRPr>
            </a:lvl8pPr>
            <a:lvl9pPr>
              <a:defRPr sz="9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Unlabelled 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0E9BA-5883-4BFC-91B0-28F3DED9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C530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8902C-221E-40F4-89C8-F3CD7617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5910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02A43"/>
                </a:solidFill>
              </a:defRPr>
            </a:defPPr>
            <a:lvl1pPr>
              <a:defRPr sz="975" b="1">
                <a:solidFill>
                  <a:srgbClr val="102A43"/>
                </a:solidFill>
              </a:defRPr>
            </a:lvl1pPr>
            <a:lvl2pPr>
              <a:defRPr sz="975" b="1">
                <a:solidFill>
                  <a:srgbClr val="102A43"/>
                </a:solidFill>
              </a:defRPr>
            </a:lvl2pPr>
            <a:lvl3pPr>
              <a:defRPr sz="975" b="1">
                <a:solidFill>
                  <a:srgbClr val="102A43"/>
                </a:solidFill>
              </a:defRPr>
            </a:lvl3pPr>
            <a:lvl4pPr>
              <a:defRPr sz="975" b="1">
                <a:solidFill>
                  <a:srgbClr val="102A43"/>
                </a:solidFill>
              </a:defRPr>
            </a:lvl4pPr>
            <a:lvl5pPr>
              <a:defRPr sz="975" b="1">
                <a:solidFill>
                  <a:srgbClr val="102A43"/>
                </a:solidFill>
              </a:defRPr>
            </a:lvl5pPr>
            <a:lvl6pPr>
              <a:defRPr sz="975" b="1">
                <a:solidFill>
                  <a:srgbClr val="102A43"/>
                </a:solidFill>
              </a:defRPr>
            </a:lvl6pPr>
            <a:lvl7pPr>
              <a:defRPr sz="975" b="1">
                <a:solidFill>
                  <a:srgbClr val="102A43"/>
                </a:solidFill>
              </a:defRPr>
            </a:lvl7pPr>
            <a:lvl8pPr>
              <a:defRPr sz="975" b="1">
                <a:solidFill>
                  <a:srgbClr val="102A43"/>
                </a:solidFill>
              </a:defRPr>
            </a:lvl8pPr>
            <a:lvl9pPr>
              <a:defRPr sz="9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Low contrast</a:t>
            </a:r>
          </a:p>
        </p:txBody>
      </p:sp>
    </p:spTree>
    <p:extLst>
      <p:ext uri="{BB962C8B-B14F-4D97-AF65-F5344CB8AC3E}">
        <p14:creationId xmlns:p14="http://schemas.microsoft.com/office/powerpoint/2010/main" val="814560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1E5F6-4E61-49CC-98D2-944D31B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749B8-C814-44CE-821D-5A9699C4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3B5D"/>
                </a:solidFill>
              </a:defRPr>
            </a:defPPr>
            <a:lvl1pPr>
              <a:defRPr sz="2325" b="1">
                <a:solidFill>
                  <a:srgbClr val="123B5D"/>
                </a:solidFill>
              </a:defRPr>
            </a:lvl1pPr>
            <a:lvl2pPr>
              <a:defRPr sz="2325" b="1">
                <a:solidFill>
                  <a:srgbClr val="123B5D"/>
                </a:solidFill>
              </a:defRPr>
            </a:lvl2pPr>
            <a:lvl3pPr>
              <a:defRPr sz="2325" b="1">
                <a:solidFill>
                  <a:srgbClr val="123B5D"/>
                </a:solidFill>
              </a:defRPr>
            </a:lvl3pPr>
            <a:lvl4pPr>
              <a:defRPr sz="2325" b="1">
                <a:solidFill>
                  <a:srgbClr val="123B5D"/>
                </a:solidFill>
              </a:defRPr>
            </a:lvl4pPr>
            <a:lvl5pPr>
              <a:defRPr sz="2325" b="1">
                <a:solidFill>
                  <a:srgbClr val="123B5D"/>
                </a:solidFill>
              </a:defRPr>
            </a:lvl5pPr>
            <a:lvl6pPr>
              <a:defRPr sz="2325" b="1">
                <a:solidFill>
                  <a:srgbClr val="123B5D"/>
                </a:solidFill>
              </a:defRPr>
            </a:lvl6pPr>
            <a:lvl7pPr>
              <a:defRPr sz="2325" b="1">
                <a:solidFill>
                  <a:srgbClr val="123B5D"/>
                </a:solidFill>
              </a:defRPr>
            </a:lvl7pPr>
            <a:lvl8pPr>
              <a:defRPr sz="2325" b="1">
                <a:solidFill>
                  <a:srgbClr val="123B5D"/>
                </a:solidFill>
              </a:defRPr>
            </a:lvl8pPr>
            <a:lvl9pPr>
              <a:defRPr sz="2325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3B5D"/>
                </a:solidFill>
              </a:defRPr>
            </a:pPr>
            <a:r>
              <a:rPr sz="2325" b="1">
                <a:solidFill>
                  <a:srgbClr val="123B5D"/>
                </a:solidFill>
              </a:rPr>
              <a:t>Accessibility review challenge and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FAF5F-ACE1-485C-824C-F905E2DF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96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A"/>
                </a:solidFill>
              </a:defRPr>
            </a:defPPr>
            <a:lvl1pPr>
              <a:defRPr sz="900" b="0">
                <a:solidFill>
                  <a:srgbClr val="52677A"/>
                </a:solidFill>
              </a:defRPr>
            </a:lvl1pPr>
            <a:lvl2pPr>
              <a:defRPr sz="900" b="0">
                <a:solidFill>
                  <a:srgbClr val="52677A"/>
                </a:solidFill>
              </a:defRPr>
            </a:lvl2pPr>
            <a:lvl3pPr>
              <a:defRPr sz="900" b="0">
                <a:solidFill>
                  <a:srgbClr val="52677A"/>
                </a:solidFill>
              </a:defRPr>
            </a:lvl3pPr>
            <a:lvl4pPr>
              <a:defRPr sz="900" b="0">
                <a:solidFill>
                  <a:srgbClr val="52677A"/>
                </a:solidFill>
              </a:defRPr>
            </a:lvl4pPr>
            <a:lvl5pPr>
              <a:defRPr sz="900" b="0">
                <a:solidFill>
                  <a:srgbClr val="52677A"/>
                </a:solidFill>
              </a:defRPr>
            </a:lvl5pPr>
            <a:lvl6pPr>
              <a:defRPr sz="900" b="0">
                <a:solidFill>
                  <a:srgbClr val="52677A"/>
                </a:solidFill>
              </a:defRPr>
            </a:lvl6pPr>
            <a:lvl7pPr>
              <a:defRPr sz="900" b="0">
                <a:solidFill>
                  <a:srgbClr val="52677A"/>
                </a:solidFill>
              </a:defRPr>
            </a:lvl7pPr>
            <a:lvl8pPr>
              <a:defRPr sz="900" b="0">
                <a:solidFill>
                  <a:srgbClr val="52677A"/>
                </a:solidFill>
              </a:defRPr>
            </a:lvl8pPr>
            <a:lvl9pPr>
              <a:defRPr sz="900" b="0">
                <a:solidFill>
                  <a:srgbClr val="52677A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</a:defRPr>
            </a:pPr>
            <a:r>
              <a:rPr sz="900" b="0">
                <a:solidFill>
                  <a:srgbClr val="52677A"/>
                </a:solidFill>
              </a:rPr>
              <a:t>CA-3  |  Priyansh Pandey  |  2/7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686C2-95FE-473B-BEA8-BDFD7E1E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33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463A5"/>
                </a:solidFill>
              </a:defRPr>
            </a:defPPr>
            <a:lvl1pPr>
              <a:defRPr sz="1575" b="1">
                <a:solidFill>
                  <a:srgbClr val="2463A5"/>
                </a:solidFill>
              </a:defRPr>
            </a:lvl1pPr>
            <a:lvl2pPr>
              <a:defRPr sz="1575" b="1">
                <a:solidFill>
                  <a:srgbClr val="2463A5"/>
                </a:solidFill>
              </a:defRPr>
            </a:lvl2pPr>
            <a:lvl3pPr>
              <a:defRPr sz="1575" b="1">
                <a:solidFill>
                  <a:srgbClr val="2463A5"/>
                </a:solidFill>
              </a:defRPr>
            </a:lvl3pPr>
            <a:lvl4pPr>
              <a:defRPr sz="1575" b="1">
                <a:solidFill>
                  <a:srgbClr val="2463A5"/>
                </a:solidFill>
              </a:defRPr>
            </a:lvl4pPr>
            <a:lvl5pPr>
              <a:defRPr sz="1575" b="1">
                <a:solidFill>
                  <a:srgbClr val="2463A5"/>
                </a:solidFill>
              </a:defRPr>
            </a:lvl5pPr>
            <a:lvl6pPr>
              <a:defRPr sz="1575" b="1">
                <a:solidFill>
                  <a:srgbClr val="2463A5"/>
                </a:solidFill>
              </a:defRPr>
            </a:lvl6pPr>
            <a:lvl7pPr>
              <a:defRPr sz="1575" b="1">
                <a:solidFill>
                  <a:srgbClr val="2463A5"/>
                </a:solidFill>
              </a:defRPr>
            </a:lvl7pPr>
            <a:lvl8pPr>
              <a:defRPr sz="1575" b="1">
                <a:solidFill>
                  <a:srgbClr val="2463A5"/>
                </a:solidFill>
              </a:defRPr>
            </a:lvl8pPr>
            <a:lvl9pPr>
              <a:defRPr sz="157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63A5"/>
                </a:solidFill>
              </a:defRPr>
            </a:pPr>
            <a:r>
              <a:rPr sz="1575" b="1">
                <a:solidFill>
                  <a:srgbClr val="2463A5"/>
                </a:solidFill>
              </a:rPr>
              <a:t>Current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68625-3D11-4781-9102-6A359123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63A5"/>
                </a:solidFill>
              </a:defRPr>
            </a:defPPr>
            <a:lvl1pPr>
              <a:defRPr sz="1425" b="1">
                <a:solidFill>
                  <a:srgbClr val="2463A5"/>
                </a:solidFill>
              </a:defRPr>
            </a:lvl1pPr>
            <a:lvl2pPr>
              <a:defRPr sz="1425" b="1">
                <a:solidFill>
                  <a:srgbClr val="2463A5"/>
                </a:solidFill>
              </a:defRPr>
            </a:lvl2pPr>
            <a:lvl3pPr>
              <a:defRPr sz="1425" b="1">
                <a:solidFill>
                  <a:srgbClr val="2463A5"/>
                </a:solidFill>
              </a:defRPr>
            </a:lvl3pPr>
            <a:lvl4pPr>
              <a:defRPr sz="1425" b="1">
                <a:solidFill>
                  <a:srgbClr val="2463A5"/>
                </a:solidFill>
              </a:defRPr>
            </a:lvl4pPr>
            <a:lvl5pPr>
              <a:defRPr sz="1425" b="1">
                <a:solidFill>
                  <a:srgbClr val="2463A5"/>
                </a:solidFill>
              </a:defRPr>
            </a:lvl5pPr>
            <a:lvl6pPr>
              <a:defRPr sz="1425" b="1">
                <a:solidFill>
                  <a:srgbClr val="2463A5"/>
                </a:solidFill>
              </a:defRPr>
            </a:lvl6pPr>
            <a:lvl7pPr>
              <a:defRPr sz="1425" b="1">
                <a:solidFill>
                  <a:srgbClr val="2463A5"/>
                </a:solidFill>
              </a:defRPr>
            </a:lvl7pPr>
            <a:lvl8pPr>
              <a:defRPr sz="1425" b="1">
                <a:solidFill>
                  <a:srgbClr val="2463A5"/>
                </a:solidFill>
              </a:defRPr>
            </a:lvl8pPr>
            <a:lvl9pPr>
              <a:defRPr sz="14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63A5"/>
                </a:solidFill>
              </a:defRPr>
            </a:pPr>
            <a:r>
              <a:rPr sz="1425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FA235-88F0-43CA-847E-657544C1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097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Small teams can miss basic HTML barriers during routine development.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84FFB-F4E5-4F95-AE5A-8ADA787C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63A5"/>
                </a:solidFill>
              </a:defRPr>
            </a:defPPr>
            <a:lvl1pPr>
              <a:defRPr sz="1425" b="1">
                <a:solidFill>
                  <a:srgbClr val="2463A5"/>
                </a:solidFill>
              </a:defRPr>
            </a:lvl1pPr>
            <a:lvl2pPr>
              <a:defRPr sz="1425" b="1">
                <a:solidFill>
                  <a:srgbClr val="2463A5"/>
                </a:solidFill>
              </a:defRPr>
            </a:lvl2pPr>
            <a:lvl3pPr>
              <a:defRPr sz="1425" b="1">
                <a:solidFill>
                  <a:srgbClr val="2463A5"/>
                </a:solidFill>
              </a:defRPr>
            </a:lvl3pPr>
            <a:lvl4pPr>
              <a:defRPr sz="1425" b="1">
                <a:solidFill>
                  <a:srgbClr val="2463A5"/>
                </a:solidFill>
              </a:defRPr>
            </a:lvl4pPr>
            <a:lvl5pPr>
              <a:defRPr sz="1425" b="1">
                <a:solidFill>
                  <a:srgbClr val="2463A5"/>
                </a:solidFill>
              </a:defRPr>
            </a:lvl5pPr>
            <a:lvl6pPr>
              <a:defRPr sz="1425" b="1">
                <a:solidFill>
                  <a:srgbClr val="2463A5"/>
                </a:solidFill>
              </a:defRPr>
            </a:lvl6pPr>
            <a:lvl7pPr>
              <a:defRPr sz="1425" b="1">
                <a:solidFill>
                  <a:srgbClr val="2463A5"/>
                </a:solidFill>
              </a:defRPr>
            </a:lvl7pPr>
            <a:lvl8pPr>
              <a:defRPr sz="1425" b="1">
                <a:solidFill>
                  <a:srgbClr val="2463A5"/>
                </a:solidFill>
              </a:defRPr>
            </a:lvl8pPr>
            <a:lvl9pPr>
              <a:defRPr sz="14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63A5"/>
                </a:solidFill>
              </a:defRPr>
            </a:pPr>
            <a:r>
              <a:rPr sz="1425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C4E27-3272-462E-ADB2-D40E1831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6670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Manual review remains essential and needs specialist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93E9D-1BD5-49FB-AC0A-48D2D2E9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63A5"/>
                </a:solidFill>
              </a:defRPr>
            </a:defPPr>
            <a:lvl1pPr>
              <a:defRPr sz="1425" b="1">
                <a:solidFill>
                  <a:srgbClr val="2463A5"/>
                </a:solidFill>
              </a:defRPr>
            </a:lvl1pPr>
            <a:lvl2pPr>
              <a:defRPr sz="1425" b="1">
                <a:solidFill>
                  <a:srgbClr val="2463A5"/>
                </a:solidFill>
              </a:defRPr>
            </a:lvl2pPr>
            <a:lvl3pPr>
              <a:defRPr sz="1425" b="1">
                <a:solidFill>
                  <a:srgbClr val="2463A5"/>
                </a:solidFill>
              </a:defRPr>
            </a:lvl3pPr>
            <a:lvl4pPr>
              <a:defRPr sz="1425" b="1">
                <a:solidFill>
                  <a:srgbClr val="2463A5"/>
                </a:solidFill>
              </a:defRPr>
            </a:lvl4pPr>
            <a:lvl5pPr>
              <a:defRPr sz="1425" b="1">
                <a:solidFill>
                  <a:srgbClr val="2463A5"/>
                </a:solidFill>
              </a:defRPr>
            </a:lvl5pPr>
            <a:lvl6pPr>
              <a:defRPr sz="1425" b="1">
                <a:solidFill>
                  <a:srgbClr val="2463A5"/>
                </a:solidFill>
              </a:defRPr>
            </a:lvl6pPr>
            <a:lvl7pPr>
              <a:defRPr sz="1425" b="1">
                <a:solidFill>
                  <a:srgbClr val="2463A5"/>
                </a:solidFill>
              </a:defRPr>
            </a:lvl7pPr>
            <a:lvl8pPr>
              <a:defRPr sz="1425" b="1">
                <a:solidFill>
                  <a:srgbClr val="2463A5"/>
                </a:solidFill>
              </a:defRPr>
            </a:lvl8pPr>
            <a:lvl9pPr>
              <a:defRPr sz="14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63A5"/>
                </a:solidFill>
              </a:defRPr>
            </a:pPr>
            <a:r>
              <a:rPr sz="1425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55053-A864-4DDA-8E8D-1AF7F05E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5242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Raw rule failures do not tell a developer how to fix the 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0D2F5-AE68-4DEE-AA38-9214FBE0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466725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8B3C0-EC0D-484C-80C7-B9814075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17B50"/>
                </a:solidFill>
              </a:defRPr>
            </a:defPPr>
            <a:lvl1pPr>
              <a:defRPr sz="1575" b="1">
                <a:solidFill>
                  <a:srgbClr val="117B50"/>
                </a:solidFill>
              </a:defRPr>
            </a:lvl1pPr>
            <a:lvl2pPr>
              <a:defRPr sz="1575" b="1">
                <a:solidFill>
                  <a:srgbClr val="117B50"/>
                </a:solidFill>
              </a:defRPr>
            </a:lvl2pPr>
            <a:lvl3pPr>
              <a:defRPr sz="1575" b="1">
                <a:solidFill>
                  <a:srgbClr val="117B50"/>
                </a:solidFill>
              </a:defRPr>
            </a:lvl3pPr>
            <a:lvl4pPr>
              <a:defRPr sz="1575" b="1">
                <a:solidFill>
                  <a:srgbClr val="117B50"/>
                </a:solidFill>
              </a:defRPr>
            </a:lvl4pPr>
            <a:lvl5pPr>
              <a:defRPr sz="1575" b="1">
                <a:solidFill>
                  <a:srgbClr val="117B50"/>
                </a:solidFill>
              </a:defRPr>
            </a:lvl5pPr>
            <a:lvl6pPr>
              <a:defRPr sz="1575" b="1">
                <a:solidFill>
                  <a:srgbClr val="117B50"/>
                </a:solidFill>
              </a:defRPr>
            </a:lvl6pPr>
            <a:lvl7pPr>
              <a:defRPr sz="1575" b="1">
                <a:solidFill>
                  <a:srgbClr val="117B50"/>
                </a:solidFill>
              </a:defRPr>
            </a:lvl7pPr>
            <a:lvl8pPr>
              <a:defRPr sz="1575" b="1">
                <a:solidFill>
                  <a:srgbClr val="117B50"/>
                </a:solidFill>
              </a:defRPr>
            </a:lvl8pPr>
            <a:lvl9pPr>
              <a:defRPr sz="1575" b="1">
                <a:solidFill>
                  <a:srgbClr val="117B50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17B50"/>
                </a:solidFill>
              </a:defRPr>
            </a:pPr>
            <a:r>
              <a:rPr sz="1575" b="1">
                <a:solidFill>
                  <a:srgbClr val="117B50"/>
                </a:solidFill>
              </a:rPr>
              <a:t>AccessAble AI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720CC-45A5-4582-8CBD-522C2A2B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Submitted 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356E5-F020-4F04-B9BC-8CC599F4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Structured agent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2004D-1B7C-4200-92F6-6375782C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Severity report, fixes, CSV and human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E65AF-0FEA-46CF-ACE1-0AF9F397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A"/>
                </a:solidFill>
              </a:defRPr>
            </a:defPPr>
            <a:lvl1pPr>
              <a:defRPr sz="1350" b="0">
                <a:solidFill>
                  <a:srgbClr val="52677A"/>
                </a:solidFill>
              </a:defRPr>
            </a:lvl1pPr>
            <a:lvl2pPr>
              <a:defRPr sz="1350" b="0">
                <a:solidFill>
                  <a:srgbClr val="52677A"/>
                </a:solidFill>
              </a:defRPr>
            </a:lvl2pPr>
            <a:lvl3pPr>
              <a:defRPr sz="1350" b="0">
                <a:solidFill>
                  <a:srgbClr val="52677A"/>
                </a:solidFill>
              </a:defRPr>
            </a:lvl3pPr>
            <a:lvl4pPr>
              <a:defRPr sz="1350" b="0">
                <a:solidFill>
                  <a:srgbClr val="52677A"/>
                </a:solidFill>
              </a:defRPr>
            </a:lvl4pPr>
            <a:lvl5pPr>
              <a:defRPr sz="1350" b="0">
                <a:solidFill>
                  <a:srgbClr val="52677A"/>
                </a:solidFill>
              </a:defRPr>
            </a:lvl5pPr>
            <a:lvl6pPr>
              <a:defRPr sz="1350" b="0">
                <a:solidFill>
                  <a:srgbClr val="52677A"/>
                </a:solidFill>
              </a:defRPr>
            </a:lvl6pPr>
            <a:lvl7pPr>
              <a:defRPr sz="1350" b="0">
                <a:solidFill>
                  <a:srgbClr val="52677A"/>
                </a:solidFill>
              </a:defRPr>
            </a:lvl7pPr>
            <a:lvl8pPr>
              <a:defRPr sz="1350" b="0">
                <a:solidFill>
                  <a:srgbClr val="52677A"/>
                </a:solidFill>
              </a:defRPr>
            </a:lvl8pPr>
            <a:lvl9pPr>
              <a:defRPr sz="1350" b="0">
                <a:solidFill>
                  <a:srgbClr val="5267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</a:defRPr>
            </a:pPr>
            <a:r>
              <a:rPr sz="1350" b="0">
                <a:solidFill>
                  <a:srgbClr val="52677A"/>
                </a:solidFill>
              </a:rPr>
              <a:t>The tool supports an initial QA review. It does not certify WCAG conformance.</a:t>
            </a:r>
          </a:p>
        </p:txBody>
      </p:sp>
    </p:spTree>
    <p:extLst>
      <p:ext uri="{BB962C8B-B14F-4D97-AF65-F5344CB8AC3E}">
        <p14:creationId xmlns:p14="http://schemas.microsoft.com/office/powerpoint/2010/main" val="1776602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2A4B51-6677-49C9-879D-61616B03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59B72-6C23-438A-8114-A732D446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3B5D"/>
                </a:solidFill>
              </a:defRPr>
            </a:defPPr>
            <a:lvl1pPr>
              <a:defRPr sz="2325" b="1">
                <a:solidFill>
                  <a:srgbClr val="123B5D"/>
                </a:solidFill>
              </a:defRPr>
            </a:lvl1pPr>
            <a:lvl2pPr>
              <a:defRPr sz="2325" b="1">
                <a:solidFill>
                  <a:srgbClr val="123B5D"/>
                </a:solidFill>
              </a:defRPr>
            </a:lvl2pPr>
            <a:lvl3pPr>
              <a:defRPr sz="2325" b="1">
                <a:solidFill>
                  <a:srgbClr val="123B5D"/>
                </a:solidFill>
              </a:defRPr>
            </a:lvl3pPr>
            <a:lvl4pPr>
              <a:defRPr sz="2325" b="1">
                <a:solidFill>
                  <a:srgbClr val="123B5D"/>
                </a:solidFill>
              </a:defRPr>
            </a:lvl4pPr>
            <a:lvl5pPr>
              <a:defRPr sz="2325" b="1">
                <a:solidFill>
                  <a:srgbClr val="123B5D"/>
                </a:solidFill>
              </a:defRPr>
            </a:lvl5pPr>
            <a:lvl6pPr>
              <a:defRPr sz="2325" b="1">
                <a:solidFill>
                  <a:srgbClr val="123B5D"/>
                </a:solidFill>
              </a:defRPr>
            </a:lvl6pPr>
            <a:lvl7pPr>
              <a:defRPr sz="2325" b="1">
                <a:solidFill>
                  <a:srgbClr val="123B5D"/>
                </a:solidFill>
              </a:defRPr>
            </a:lvl7pPr>
            <a:lvl8pPr>
              <a:defRPr sz="2325" b="1">
                <a:solidFill>
                  <a:srgbClr val="123B5D"/>
                </a:solidFill>
              </a:defRPr>
            </a:lvl8pPr>
            <a:lvl9pPr>
              <a:defRPr sz="2325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3B5D"/>
                </a:solidFill>
              </a:defRPr>
            </a:pPr>
            <a:r>
              <a:rPr sz="2325" b="1">
                <a:solidFill>
                  <a:srgbClr val="123B5D"/>
                </a:solidFill>
              </a:rPr>
              <a:t>Agent roles and data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A5BE3-DDF3-47CE-B408-F81ACF24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96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A"/>
                </a:solidFill>
              </a:defRPr>
            </a:defPPr>
            <a:lvl1pPr>
              <a:defRPr sz="900" b="0">
                <a:solidFill>
                  <a:srgbClr val="52677A"/>
                </a:solidFill>
              </a:defRPr>
            </a:lvl1pPr>
            <a:lvl2pPr>
              <a:defRPr sz="900" b="0">
                <a:solidFill>
                  <a:srgbClr val="52677A"/>
                </a:solidFill>
              </a:defRPr>
            </a:lvl2pPr>
            <a:lvl3pPr>
              <a:defRPr sz="900" b="0">
                <a:solidFill>
                  <a:srgbClr val="52677A"/>
                </a:solidFill>
              </a:defRPr>
            </a:lvl3pPr>
            <a:lvl4pPr>
              <a:defRPr sz="900" b="0">
                <a:solidFill>
                  <a:srgbClr val="52677A"/>
                </a:solidFill>
              </a:defRPr>
            </a:lvl4pPr>
            <a:lvl5pPr>
              <a:defRPr sz="900" b="0">
                <a:solidFill>
                  <a:srgbClr val="52677A"/>
                </a:solidFill>
              </a:defRPr>
            </a:lvl5pPr>
            <a:lvl6pPr>
              <a:defRPr sz="900" b="0">
                <a:solidFill>
                  <a:srgbClr val="52677A"/>
                </a:solidFill>
              </a:defRPr>
            </a:lvl6pPr>
            <a:lvl7pPr>
              <a:defRPr sz="900" b="0">
                <a:solidFill>
                  <a:srgbClr val="52677A"/>
                </a:solidFill>
              </a:defRPr>
            </a:lvl7pPr>
            <a:lvl8pPr>
              <a:defRPr sz="900" b="0">
                <a:solidFill>
                  <a:srgbClr val="52677A"/>
                </a:solidFill>
              </a:defRPr>
            </a:lvl8pPr>
            <a:lvl9pPr>
              <a:defRPr sz="900" b="0">
                <a:solidFill>
                  <a:srgbClr val="52677A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</a:defRPr>
            </a:pPr>
            <a:r>
              <a:rPr sz="900" b="0">
                <a:solidFill>
                  <a:srgbClr val="52677A"/>
                </a:solidFill>
              </a:rPr>
              <a:t>CA-3  |  Priyansh Pandey  |  3/7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2C684-4000-49B5-99F9-A5DDE383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3A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A3875-C3C0-4670-8FD4-1E0B15A0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240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02A43"/>
                </a:solidFill>
              </a:defRPr>
            </a:defPPr>
            <a:lvl1pPr>
              <a:defRPr sz="975" b="1">
                <a:solidFill>
                  <a:srgbClr val="102A43"/>
                </a:solidFill>
              </a:defRPr>
            </a:lvl1pPr>
            <a:lvl2pPr>
              <a:defRPr sz="975" b="1">
                <a:solidFill>
                  <a:srgbClr val="102A43"/>
                </a:solidFill>
              </a:defRPr>
            </a:lvl2pPr>
            <a:lvl3pPr>
              <a:defRPr sz="975" b="1">
                <a:solidFill>
                  <a:srgbClr val="102A43"/>
                </a:solidFill>
              </a:defRPr>
            </a:lvl3pPr>
            <a:lvl4pPr>
              <a:defRPr sz="975" b="1">
                <a:solidFill>
                  <a:srgbClr val="102A43"/>
                </a:solidFill>
              </a:defRPr>
            </a:lvl4pPr>
            <a:lvl5pPr>
              <a:defRPr sz="975" b="1">
                <a:solidFill>
                  <a:srgbClr val="102A43"/>
                </a:solidFill>
              </a:defRPr>
            </a:lvl5pPr>
            <a:lvl6pPr>
              <a:defRPr sz="975" b="1">
                <a:solidFill>
                  <a:srgbClr val="102A43"/>
                </a:solidFill>
              </a:defRPr>
            </a:lvl6pPr>
            <a:lvl7pPr>
              <a:defRPr sz="975" b="1">
                <a:solidFill>
                  <a:srgbClr val="102A43"/>
                </a:solidFill>
              </a:defRPr>
            </a:lvl7pPr>
            <a:lvl8pPr>
              <a:defRPr sz="975" b="1">
                <a:solidFill>
                  <a:srgbClr val="102A43"/>
                </a:solidFill>
              </a:defRPr>
            </a:lvl8pPr>
            <a:lvl9pPr>
              <a:defRPr sz="9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User and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Streamlit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9C6A6-4B92-4387-A11B-A0D937AA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097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3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6F0C5-F28C-4547-A76B-DD848037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02A43"/>
                </a:solidFill>
              </a:defRPr>
            </a:defPPr>
            <a:lvl1pPr>
              <a:defRPr sz="975" b="1">
                <a:solidFill>
                  <a:srgbClr val="102A43"/>
                </a:solidFill>
              </a:defRPr>
            </a:lvl1pPr>
            <a:lvl2pPr>
              <a:defRPr sz="975" b="1">
                <a:solidFill>
                  <a:srgbClr val="102A43"/>
                </a:solidFill>
              </a:defRPr>
            </a:lvl2pPr>
            <a:lvl3pPr>
              <a:defRPr sz="975" b="1">
                <a:solidFill>
                  <a:srgbClr val="102A43"/>
                </a:solidFill>
              </a:defRPr>
            </a:lvl3pPr>
            <a:lvl4pPr>
              <a:defRPr sz="975" b="1">
                <a:solidFill>
                  <a:srgbClr val="102A43"/>
                </a:solidFill>
              </a:defRPr>
            </a:lvl4pPr>
            <a:lvl5pPr>
              <a:defRPr sz="975" b="1">
                <a:solidFill>
                  <a:srgbClr val="102A43"/>
                </a:solidFill>
              </a:defRPr>
            </a:lvl5pPr>
            <a:lvl6pPr>
              <a:defRPr sz="975" b="1">
                <a:solidFill>
                  <a:srgbClr val="102A43"/>
                </a:solidFill>
              </a:defRPr>
            </a:lvl6pPr>
            <a:lvl7pPr>
              <a:defRPr sz="975" b="1">
                <a:solidFill>
                  <a:srgbClr val="102A43"/>
                </a:solidFill>
              </a:defRPr>
            </a:lvl7pPr>
            <a:lvl8pPr>
              <a:defRPr sz="975" b="1">
                <a:solidFill>
                  <a:srgbClr val="102A43"/>
                </a:solidFill>
              </a:defRPr>
            </a:lvl8pPr>
            <a:lvl9pPr>
              <a:defRPr sz="9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Planner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select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850E6-83CB-445C-A3CB-88E0E24F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097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3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63E52-F46C-4C04-B5EA-1A5C8CF8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240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02A43"/>
                </a:solidFill>
              </a:defRPr>
            </a:defPPr>
            <a:lvl1pPr>
              <a:defRPr sz="975" b="1">
                <a:solidFill>
                  <a:srgbClr val="102A43"/>
                </a:solidFill>
              </a:defRPr>
            </a:lvl1pPr>
            <a:lvl2pPr>
              <a:defRPr sz="975" b="1">
                <a:solidFill>
                  <a:srgbClr val="102A43"/>
                </a:solidFill>
              </a:defRPr>
            </a:lvl2pPr>
            <a:lvl3pPr>
              <a:defRPr sz="975" b="1">
                <a:solidFill>
                  <a:srgbClr val="102A43"/>
                </a:solidFill>
              </a:defRPr>
            </a:lvl3pPr>
            <a:lvl4pPr>
              <a:defRPr sz="975" b="1">
                <a:solidFill>
                  <a:srgbClr val="102A43"/>
                </a:solidFill>
              </a:defRPr>
            </a:lvl4pPr>
            <a:lvl5pPr>
              <a:defRPr sz="975" b="1">
                <a:solidFill>
                  <a:srgbClr val="102A43"/>
                </a:solidFill>
              </a:defRPr>
            </a:lvl5pPr>
            <a:lvl6pPr>
              <a:defRPr sz="975" b="1">
                <a:solidFill>
                  <a:srgbClr val="102A43"/>
                </a:solidFill>
              </a:defRPr>
            </a:lvl6pPr>
            <a:lvl7pPr>
              <a:defRPr sz="975" b="1">
                <a:solidFill>
                  <a:srgbClr val="102A43"/>
                </a:solidFill>
              </a:defRPr>
            </a:lvl7pPr>
            <a:lvl8pPr>
              <a:defRPr sz="975" b="1">
                <a:solidFill>
                  <a:srgbClr val="102A43"/>
                </a:solidFill>
              </a:defRPr>
            </a:lvl8pPr>
            <a:lvl9pPr>
              <a:defRPr sz="9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Scanner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HTML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0D079-86D9-4BCF-B072-45A37E6D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097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3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09265-04D0-4DF9-9197-41630F4C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240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02A43"/>
                </a:solidFill>
              </a:defRPr>
            </a:defPPr>
            <a:lvl1pPr>
              <a:defRPr sz="975" b="1">
                <a:solidFill>
                  <a:srgbClr val="102A43"/>
                </a:solidFill>
              </a:defRPr>
            </a:lvl1pPr>
            <a:lvl2pPr>
              <a:defRPr sz="975" b="1">
                <a:solidFill>
                  <a:srgbClr val="102A43"/>
                </a:solidFill>
              </a:defRPr>
            </a:lvl2pPr>
            <a:lvl3pPr>
              <a:defRPr sz="975" b="1">
                <a:solidFill>
                  <a:srgbClr val="102A43"/>
                </a:solidFill>
              </a:defRPr>
            </a:lvl3pPr>
            <a:lvl4pPr>
              <a:defRPr sz="975" b="1">
                <a:solidFill>
                  <a:srgbClr val="102A43"/>
                </a:solidFill>
              </a:defRPr>
            </a:lvl4pPr>
            <a:lvl5pPr>
              <a:defRPr sz="975" b="1">
                <a:solidFill>
                  <a:srgbClr val="102A43"/>
                </a:solidFill>
              </a:defRPr>
            </a:lvl5pPr>
            <a:lvl6pPr>
              <a:defRPr sz="975" b="1">
                <a:solidFill>
                  <a:srgbClr val="102A43"/>
                </a:solidFill>
              </a:defRPr>
            </a:lvl6pPr>
            <a:lvl7pPr>
              <a:defRPr sz="975" b="1">
                <a:solidFill>
                  <a:srgbClr val="102A43"/>
                </a:solidFill>
              </a:defRPr>
            </a:lvl7pPr>
            <a:lvl8pPr>
              <a:defRPr sz="975" b="1">
                <a:solidFill>
                  <a:srgbClr val="102A43"/>
                </a:solidFill>
              </a:defRPr>
            </a:lvl8pPr>
            <a:lvl9pPr>
              <a:defRPr sz="9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Standards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WCAG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4DA95-579F-4C47-9294-C445B6CD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097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3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5CEC0-2BDA-4DB2-881A-D181DB3F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240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02A43"/>
                </a:solidFill>
              </a:defRPr>
            </a:defPPr>
            <a:lvl1pPr>
              <a:defRPr sz="975" b="1">
                <a:solidFill>
                  <a:srgbClr val="102A43"/>
                </a:solidFill>
              </a:defRPr>
            </a:lvl1pPr>
            <a:lvl2pPr>
              <a:defRPr sz="975" b="1">
                <a:solidFill>
                  <a:srgbClr val="102A43"/>
                </a:solidFill>
              </a:defRPr>
            </a:lvl2pPr>
            <a:lvl3pPr>
              <a:defRPr sz="975" b="1">
                <a:solidFill>
                  <a:srgbClr val="102A43"/>
                </a:solidFill>
              </a:defRPr>
            </a:lvl3pPr>
            <a:lvl4pPr>
              <a:defRPr sz="975" b="1">
                <a:solidFill>
                  <a:srgbClr val="102A43"/>
                </a:solidFill>
              </a:defRPr>
            </a:lvl4pPr>
            <a:lvl5pPr>
              <a:defRPr sz="975" b="1">
                <a:solidFill>
                  <a:srgbClr val="102A43"/>
                </a:solidFill>
              </a:defRPr>
            </a:lvl5pPr>
            <a:lvl6pPr>
              <a:defRPr sz="975" b="1">
                <a:solidFill>
                  <a:srgbClr val="102A43"/>
                </a:solidFill>
              </a:defRPr>
            </a:lvl6pPr>
            <a:lvl7pPr>
              <a:defRPr sz="975" b="1">
                <a:solidFill>
                  <a:srgbClr val="102A43"/>
                </a:solidFill>
              </a:defRPr>
            </a:lvl7pPr>
            <a:lvl8pPr>
              <a:defRPr sz="975" b="1">
                <a:solidFill>
                  <a:srgbClr val="102A43"/>
                </a:solidFill>
              </a:defRPr>
            </a:lvl8pPr>
            <a:lvl9pPr>
              <a:defRPr sz="9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Fix Agent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remediation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D3DD5-C629-4444-8672-2C851E7A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63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FBA8B-61B3-4489-BA3B-241C2FD9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240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02A43"/>
                </a:solidFill>
              </a:defRPr>
            </a:defPPr>
            <a:lvl1pPr>
              <a:defRPr sz="975" b="1">
                <a:solidFill>
                  <a:srgbClr val="102A43"/>
                </a:solidFill>
              </a:defRPr>
            </a:lvl1pPr>
            <a:lvl2pPr>
              <a:defRPr sz="975" b="1">
                <a:solidFill>
                  <a:srgbClr val="102A43"/>
                </a:solidFill>
              </a:defRPr>
            </a:lvl2pPr>
            <a:lvl3pPr>
              <a:defRPr sz="975" b="1">
                <a:solidFill>
                  <a:srgbClr val="102A43"/>
                </a:solidFill>
              </a:defRPr>
            </a:lvl3pPr>
            <a:lvl4pPr>
              <a:defRPr sz="975" b="1">
                <a:solidFill>
                  <a:srgbClr val="102A43"/>
                </a:solidFill>
              </a:defRPr>
            </a:lvl4pPr>
            <a:lvl5pPr>
              <a:defRPr sz="975" b="1">
                <a:solidFill>
                  <a:srgbClr val="102A43"/>
                </a:solidFill>
              </a:defRPr>
            </a:lvl5pPr>
            <a:lvl6pPr>
              <a:defRPr sz="975" b="1">
                <a:solidFill>
                  <a:srgbClr val="102A43"/>
                </a:solidFill>
              </a:defRPr>
            </a:lvl6pPr>
            <a:lvl7pPr>
              <a:defRPr sz="975" b="1">
                <a:solidFill>
                  <a:srgbClr val="102A43"/>
                </a:solidFill>
              </a:defRPr>
            </a:lvl7pPr>
            <a:lvl8pPr>
              <a:defRPr sz="975" b="1">
                <a:solidFill>
                  <a:srgbClr val="102A43"/>
                </a:solidFill>
              </a:defRPr>
            </a:lvl8pPr>
            <a:lvl9pPr>
              <a:defRPr sz="9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Validation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human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BEEC1-3439-4081-9C3D-FEE24BBF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7F8F0"/>
          </a:solidFill>
          <a:ln xmlns:a="http://schemas.openxmlformats.org/drawingml/2006/main" w="9525">
            <a:solidFill>
              <a:srgbClr val="117B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47EEE-C8B7-4739-8DBE-0D7C33BF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9240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02A43"/>
                </a:solidFill>
              </a:defRPr>
            </a:defPPr>
            <a:lvl1pPr>
              <a:defRPr sz="975" b="1">
                <a:solidFill>
                  <a:srgbClr val="102A43"/>
                </a:solidFill>
              </a:defRPr>
            </a:lvl1pPr>
            <a:lvl2pPr>
              <a:defRPr sz="975" b="1">
                <a:solidFill>
                  <a:srgbClr val="102A43"/>
                </a:solidFill>
              </a:defRPr>
            </a:lvl2pPr>
            <a:lvl3pPr>
              <a:defRPr sz="975" b="1">
                <a:solidFill>
                  <a:srgbClr val="102A43"/>
                </a:solidFill>
              </a:defRPr>
            </a:lvl3pPr>
            <a:lvl4pPr>
              <a:defRPr sz="975" b="1">
                <a:solidFill>
                  <a:srgbClr val="102A43"/>
                </a:solidFill>
              </a:defRPr>
            </a:lvl4pPr>
            <a:lvl5pPr>
              <a:defRPr sz="975" b="1">
                <a:solidFill>
                  <a:srgbClr val="102A43"/>
                </a:solidFill>
              </a:defRPr>
            </a:lvl5pPr>
            <a:lvl6pPr>
              <a:defRPr sz="975" b="1">
                <a:solidFill>
                  <a:srgbClr val="102A43"/>
                </a:solidFill>
              </a:defRPr>
            </a:lvl6pPr>
            <a:lvl7pPr>
              <a:defRPr sz="975" b="1">
                <a:solidFill>
                  <a:srgbClr val="102A43"/>
                </a:solidFill>
              </a:defRPr>
            </a:lvl7pPr>
            <a:lvl8pPr>
              <a:defRPr sz="975" b="1">
                <a:solidFill>
                  <a:srgbClr val="102A43"/>
                </a:solidFill>
              </a:defRPr>
            </a:lvl8pPr>
            <a:lvl9pPr>
              <a:defRPr sz="9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Critic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complete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8632E-BC23-4066-86C2-A17DF68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00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3A5"/>
                </a:solidFill>
              </a:defRPr>
            </a:defPPr>
            <a:lvl1pPr>
              <a:defRPr sz="1800" b="1">
                <a:solidFill>
                  <a:srgbClr val="2463A5"/>
                </a:solidFill>
              </a:defRPr>
            </a:lvl1pPr>
            <a:lvl2pPr>
              <a:defRPr sz="1800" b="1">
                <a:solidFill>
                  <a:srgbClr val="2463A5"/>
                </a:solidFill>
              </a:defRPr>
            </a:lvl2pPr>
            <a:lvl3pPr>
              <a:defRPr sz="1800" b="1">
                <a:solidFill>
                  <a:srgbClr val="2463A5"/>
                </a:solidFill>
              </a:defRPr>
            </a:lvl3pPr>
            <a:lvl4pPr>
              <a:defRPr sz="1800" b="1">
                <a:solidFill>
                  <a:srgbClr val="2463A5"/>
                </a:solidFill>
              </a:defRPr>
            </a:lvl4pPr>
            <a:lvl5pPr>
              <a:defRPr sz="1800" b="1">
                <a:solidFill>
                  <a:srgbClr val="2463A5"/>
                </a:solidFill>
              </a:defRPr>
            </a:lvl5pPr>
            <a:lvl6pPr>
              <a:defRPr sz="1800" b="1">
                <a:solidFill>
                  <a:srgbClr val="2463A5"/>
                </a:solidFill>
              </a:defRPr>
            </a:lvl6pPr>
            <a:lvl7pPr>
              <a:defRPr sz="1800" b="1">
                <a:solidFill>
                  <a:srgbClr val="2463A5"/>
                </a:solidFill>
              </a:defRPr>
            </a:lvl7pPr>
            <a:lvl8pPr>
              <a:defRPr sz="1800" b="1">
                <a:solidFill>
                  <a:srgbClr val="2463A5"/>
                </a:solidFill>
              </a:defRPr>
            </a:lvl8pPr>
            <a:lvl9pPr>
              <a:defRPr sz="180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63A5"/>
                </a:solidFill>
              </a:defRPr>
            </a:pPr>
            <a:r>
              <a:rPr sz="1800" b="1">
                <a:solidFill>
                  <a:srgbClr val="2463A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F358B-4B2C-48F7-BA16-F247DA51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3A5"/>
                </a:solidFill>
              </a:defRPr>
            </a:defPPr>
            <a:lvl1pPr>
              <a:defRPr sz="1800" b="1">
                <a:solidFill>
                  <a:srgbClr val="2463A5"/>
                </a:solidFill>
              </a:defRPr>
            </a:lvl1pPr>
            <a:lvl2pPr>
              <a:defRPr sz="1800" b="1">
                <a:solidFill>
                  <a:srgbClr val="2463A5"/>
                </a:solidFill>
              </a:defRPr>
            </a:lvl2pPr>
            <a:lvl3pPr>
              <a:defRPr sz="1800" b="1">
                <a:solidFill>
                  <a:srgbClr val="2463A5"/>
                </a:solidFill>
              </a:defRPr>
            </a:lvl3pPr>
            <a:lvl4pPr>
              <a:defRPr sz="1800" b="1">
                <a:solidFill>
                  <a:srgbClr val="2463A5"/>
                </a:solidFill>
              </a:defRPr>
            </a:lvl4pPr>
            <a:lvl5pPr>
              <a:defRPr sz="1800" b="1">
                <a:solidFill>
                  <a:srgbClr val="2463A5"/>
                </a:solidFill>
              </a:defRPr>
            </a:lvl5pPr>
            <a:lvl6pPr>
              <a:defRPr sz="1800" b="1">
                <a:solidFill>
                  <a:srgbClr val="2463A5"/>
                </a:solidFill>
              </a:defRPr>
            </a:lvl6pPr>
            <a:lvl7pPr>
              <a:defRPr sz="1800" b="1">
                <a:solidFill>
                  <a:srgbClr val="2463A5"/>
                </a:solidFill>
              </a:defRPr>
            </a:lvl7pPr>
            <a:lvl8pPr>
              <a:defRPr sz="1800" b="1">
                <a:solidFill>
                  <a:srgbClr val="2463A5"/>
                </a:solidFill>
              </a:defRPr>
            </a:lvl8pPr>
            <a:lvl9pPr>
              <a:defRPr sz="180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63A5"/>
                </a:solidFill>
              </a:defRPr>
            </a:pPr>
            <a:r>
              <a:rPr sz="1800" b="1">
                <a:solidFill>
                  <a:srgbClr val="2463A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E070A-921F-453C-BA1A-2698DF9C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3A5"/>
                </a:solidFill>
              </a:defRPr>
            </a:defPPr>
            <a:lvl1pPr>
              <a:defRPr sz="1800" b="1">
                <a:solidFill>
                  <a:srgbClr val="2463A5"/>
                </a:solidFill>
              </a:defRPr>
            </a:lvl1pPr>
            <a:lvl2pPr>
              <a:defRPr sz="1800" b="1">
                <a:solidFill>
                  <a:srgbClr val="2463A5"/>
                </a:solidFill>
              </a:defRPr>
            </a:lvl2pPr>
            <a:lvl3pPr>
              <a:defRPr sz="1800" b="1">
                <a:solidFill>
                  <a:srgbClr val="2463A5"/>
                </a:solidFill>
              </a:defRPr>
            </a:lvl3pPr>
            <a:lvl4pPr>
              <a:defRPr sz="1800" b="1">
                <a:solidFill>
                  <a:srgbClr val="2463A5"/>
                </a:solidFill>
              </a:defRPr>
            </a:lvl4pPr>
            <a:lvl5pPr>
              <a:defRPr sz="1800" b="1">
                <a:solidFill>
                  <a:srgbClr val="2463A5"/>
                </a:solidFill>
              </a:defRPr>
            </a:lvl5pPr>
            <a:lvl6pPr>
              <a:defRPr sz="1800" b="1">
                <a:solidFill>
                  <a:srgbClr val="2463A5"/>
                </a:solidFill>
              </a:defRPr>
            </a:lvl6pPr>
            <a:lvl7pPr>
              <a:defRPr sz="1800" b="1">
                <a:solidFill>
                  <a:srgbClr val="2463A5"/>
                </a:solidFill>
              </a:defRPr>
            </a:lvl7pPr>
            <a:lvl8pPr>
              <a:defRPr sz="1800" b="1">
                <a:solidFill>
                  <a:srgbClr val="2463A5"/>
                </a:solidFill>
              </a:defRPr>
            </a:lvl8pPr>
            <a:lvl9pPr>
              <a:defRPr sz="180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63A5"/>
                </a:solidFill>
              </a:defRPr>
            </a:pPr>
            <a:r>
              <a:rPr sz="1800" b="1">
                <a:solidFill>
                  <a:srgbClr val="2463A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2DA1A-8E50-4E0E-AD23-8C64DDFF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3A5"/>
                </a:solidFill>
              </a:defRPr>
            </a:defPPr>
            <a:lvl1pPr>
              <a:defRPr sz="1800" b="1">
                <a:solidFill>
                  <a:srgbClr val="2463A5"/>
                </a:solidFill>
              </a:defRPr>
            </a:lvl1pPr>
            <a:lvl2pPr>
              <a:defRPr sz="1800" b="1">
                <a:solidFill>
                  <a:srgbClr val="2463A5"/>
                </a:solidFill>
              </a:defRPr>
            </a:lvl2pPr>
            <a:lvl3pPr>
              <a:defRPr sz="1800" b="1">
                <a:solidFill>
                  <a:srgbClr val="2463A5"/>
                </a:solidFill>
              </a:defRPr>
            </a:lvl3pPr>
            <a:lvl4pPr>
              <a:defRPr sz="1800" b="1">
                <a:solidFill>
                  <a:srgbClr val="2463A5"/>
                </a:solidFill>
              </a:defRPr>
            </a:lvl4pPr>
            <a:lvl5pPr>
              <a:defRPr sz="1800" b="1">
                <a:solidFill>
                  <a:srgbClr val="2463A5"/>
                </a:solidFill>
              </a:defRPr>
            </a:lvl5pPr>
            <a:lvl6pPr>
              <a:defRPr sz="1800" b="1">
                <a:solidFill>
                  <a:srgbClr val="2463A5"/>
                </a:solidFill>
              </a:defRPr>
            </a:lvl6pPr>
            <a:lvl7pPr>
              <a:defRPr sz="1800" b="1">
                <a:solidFill>
                  <a:srgbClr val="2463A5"/>
                </a:solidFill>
              </a:defRPr>
            </a:lvl7pPr>
            <a:lvl8pPr>
              <a:defRPr sz="1800" b="1">
                <a:solidFill>
                  <a:srgbClr val="2463A5"/>
                </a:solidFill>
              </a:defRPr>
            </a:lvl8pPr>
            <a:lvl9pPr>
              <a:defRPr sz="180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63A5"/>
                </a:solidFill>
              </a:defRPr>
            </a:pPr>
            <a:r>
              <a:rPr sz="1800" b="1">
                <a:solidFill>
                  <a:srgbClr val="2463A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9DBCE-41D4-44C1-A667-527CBBD5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3A5"/>
                </a:solidFill>
              </a:defRPr>
            </a:defPPr>
            <a:lvl1pPr>
              <a:defRPr sz="1800" b="1">
                <a:solidFill>
                  <a:srgbClr val="2463A5"/>
                </a:solidFill>
              </a:defRPr>
            </a:lvl1pPr>
            <a:lvl2pPr>
              <a:defRPr sz="1800" b="1">
                <a:solidFill>
                  <a:srgbClr val="2463A5"/>
                </a:solidFill>
              </a:defRPr>
            </a:lvl2pPr>
            <a:lvl3pPr>
              <a:defRPr sz="1800" b="1">
                <a:solidFill>
                  <a:srgbClr val="2463A5"/>
                </a:solidFill>
              </a:defRPr>
            </a:lvl3pPr>
            <a:lvl4pPr>
              <a:defRPr sz="1800" b="1">
                <a:solidFill>
                  <a:srgbClr val="2463A5"/>
                </a:solidFill>
              </a:defRPr>
            </a:lvl4pPr>
            <a:lvl5pPr>
              <a:defRPr sz="1800" b="1">
                <a:solidFill>
                  <a:srgbClr val="2463A5"/>
                </a:solidFill>
              </a:defRPr>
            </a:lvl5pPr>
            <a:lvl6pPr>
              <a:defRPr sz="1800" b="1">
                <a:solidFill>
                  <a:srgbClr val="2463A5"/>
                </a:solidFill>
              </a:defRPr>
            </a:lvl6pPr>
            <a:lvl7pPr>
              <a:defRPr sz="1800" b="1">
                <a:solidFill>
                  <a:srgbClr val="2463A5"/>
                </a:solidFill>
              </a:defRPr>
            </a:lvl7pPr>
            <a:lvl8pPr>
              <a:defRPr sz="1800" b="1">
                <a:solidFill>
                  <a:srgbClr val="2463A5"/>
                </a:solidFill>
              </a:defRPr>
            </a:lvl8pPr>
            <a:lvl9pPr>
              <a:defRPr sz="180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63A5"/>
                </a:solidFill>
              </a:defRPr>
            </a:pPr>
            <a:r>
              <a:rPr sz="1800" b="1">
                <a:solidFill>
                  <a:srgbClr val="2463A5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2F109D-1F29-4B5B-87AB-B1F62031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63A5"/>
                </a:solidFill>
              </a:defRPr>
            </a:defPPr>
            <a:lvl1pPr>
              <a:defRPr sz="1800" b="1">
                <a:solidFill>
                  <a:srgbClr val="2463A5"/>
                </a:solidFill>
              </a:defRPr>
            </a:lvl1pPr>
            <a:lvl2pPr>
              <a:defRPr sz="1800" b="1">
                <a:solidFill>
                  <a:srgbClr val="2463A5"/>
                </a:solidFill>
              </a:defRPr>
            </a:lvl2pPr>
            <a:lvl3pPr>
              <a:defRPr sz="1800" b="1">
                <a:solidFill>
                  <a:srgbClr val="2463A5"/>
                </a:solidFill>
              </a:defRPr>
            </a:lvl3pPr>
            <a:lvl4pPr>
              <a:defRPr sz="1800" b="1">
                <a:solidFill>
                  <a:srgbClr val="2463A5"/>
                </a:solidFill>
              </a:defRPr>
            </a:lvl4pPr>
            <a:lvl5pPr>
              <a:defRPr sz="1800" b="1">
                <a:solidFill>
                  <a:srgbClr val="2463A5"/>
                </a:solidFill>
              </a:defRPr>
            </a:lvl5pPr>
            <a:lvl6pPr>
              <a:defRPr sz="1800" b="1">
                <a:solidFill>
                  <a:srgbClr val="2463A5"/>
                </a:solidFill>
              </a:defRPr>
            </a:lvl6pPr>
            <a:lvl7pPr>
              <a:defRPr sz="1800" b="1">
                <a:solidFill>
                  <a:srgbClr val="2463A5"/>
                </a:solidFill>
              </a:defRPr>
            </a:lvl7pPr>
            <a:lvl8pPr>
              <a:defRPr sz="1800" b="1">
                <a:solidFill>
                  <a:srgbClr val="2463A5"/>
                </a:solidFill>
              </a:defRPr>
            </a:lvl8pPr>
            <a:lvl9pPr>
              <a:defRPr sz="180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463A5"/>
                </a:solidFill>
              </a:defRPr>
            </a:pPr>
            <a:r>
              <a:rPr sz="1800" b="1">
                <a:solidFill>
                  <a:srgbClr val="2463A5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51E3B-2707-4446-875A-D5750702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63A5"/>
                </a:solidFill>
              </a:defRPr>
            </a:defPPr>
            <a:lvl1pPr>
              <a:defRPr sz="1425" b="1">
                <a:solidFill>
                  <a:srgbClr val="2463A5"/>
                </a:solidFill>
              </a:defRPr>
            </a:lvl1pPr>
            <a:lvl2pPr>
              <a:defRPr sz="1425" b="1">
                <a:solidFill>
                  <a:srgbClr val="2463A5"/>
                </a:solidFill>
              </a:defRPr>
            </a:lvl2pPr>
            <a:lvl3pPr>
              <a:defRPr sz="1425" b="1">
                <a:solidFill>
                  <a:srgbClr val="2463A5"/>
                </a:solidFill>
              </a:defRPr>
            </a:lvl3pPr>
            <a:lvl4pPr>
              <a:defRPr sz="1425" b="1">
                <a:solidFill>
                  <a:srgbClr val="2463A5"/>
                </a:solidFill>
              </a:defRPr>
            </a:lvl4pPr>
            <a:lvl5pPr>
              <a:defRPr sz="1425" b="1">
                <a:solidFill>
                  <a:srgbClr val="2463A5"/>
                </a:solidFill>
              </a:defRPr>
            </a:lvl5pPr>
            <a:lvl6pPr>
              <a:defRPr sz="1425" b="1">
                <a:solidFill>
                  <a:srgbClr val="2463A5"/>
                </a:solidFill>
              </a:defRPr>
            </a:lvl6pPr>
            <a:lvl7pPr>
              <a:defRPr sz="1425" b="1">
                <a:solidFill>
                  <a:srgbClr val="2463A5"/>
                </a:solidFill>
              </a:defRPr>
            </a:lvl7pPr>
            <a:lvl8pPr>
              <a:defRPr sz="1425" b="1">
                <a:solidFill>
                  <a:srgbClr val="2463A5"/>
                </a:solidFill>
              </a:defRPr>
            </a:lvl8pPr>
            <a:lvl9pPr>
              <a:defRPr sz="14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63A5"/>
                </a:solidFill>
              </a:defRPr>
            </a:pPr>
            <a:r>
              <a:rPr sz="1425" b="1">
                <a:solidFill>
                  <a:srgbClr val="2463A5"/>
                </a:solidFill>
              </a:rPr>
              <a:t>Inputs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4C566-2357-443A-BA3F-58AF7B84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02A43"/>
                </a:solidFill>
              </a:defRPr>
            </a:defPPr>
            <a:lvl1pPr>
              <a:defRPr sz="1275" b="0">
                <a:solidFill>
                  <a:srgbClr val="102A43"/>
                </a:solidFill>
              </a:defRPr>
            </a:lvl1pPr>
            <a:lvl2pPr>
              <a:defRPr sz="1275" b="0">
                <a:solidFill>
                  <a:srgbClr val="102A43"/>
                </a:solidFill>
              </a:defRPr>
            </a:lvl2pPr>
            <a:lvl3pPr>
              <a:defRPr sz="1275" b="0">
                <a:solidFill>
                  <a:srgbClr val="102A43"/>
                </a:solidFill>
              </a:defRPr>
            </a:lvl3pPr>
            <a:lvl4pPr>
              <a:defRPr sz="1275" b="0">
                <a:solidFill>
                  <a:srgbClr val="102A43"/>
                </a:solidFill>
              </a:defRPr>
            </a:lvl4pPr>
            <a:lvl5pPr>
              <a:defRPr sz="1275" b="0">
                <a:solidFill>
                  <a:srgbClr val="102A43"/>
                </a:solidFill>
              </a:defRPr>
            </a:lvl5pPr>
            <a:lvl6pPr>
              <a:defRPr sz="1275" b="0">
                <a:solidFill>
                  <a:srgbClr val="102A43"/>
                </a:solidFill>
              </a:defRPr>
            </a:lvl6pPr>
            <a:lvl7pPr>
              <a:defRPr sz="1275" b="0">
                <a:solidFill>
                  <a:srgbClr val="102A43"/>
                </a:solidFill>
              </a:defRPr>
            </a:lvl7pPr>
            <a:lvl8pPr>
              <a:defRPr sz="1275" b="0">
                <a:solidFill>
                  <a:srgbClr val="102A43"/>
                </a:solidFill>
              </a:defRPr>
            </a:lvl8pPr>
            <a:lvl9pPr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Synthetic sample page or pasted HTML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2ABDB-6A94-49C8-ABFE-2CBE9044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63A5"/>
                </a:solidFill>
              </a:defRPr>
            </a:defPPr>
            <a:lvl1pPr>
              <a:defRPr sz="1425" b="1">
                <a:solidFill>
                  <a:srgbClr val="2463A5"/>
                </a:solidFill>
              </a:defRPr>
            </a:lvl1pPr>
            <a:lvl2pPr>
              <a:defRPr sz="1425" b="1">
                <a:solidFill>
                  <a:srgbClr val="2463A5"/>
                </a:solidFill>
              </a:defRPr>
            </a:lvl2pPr>
            <a:lvl3pPr>
              <a:defRPr sz="1425" b="1">
                <a:solidFill>
                  <a:srgbClr val="2463A5"/>
                </a:solidFill>
              </a:defRPr>
            </a:lvl3pPr>
            <a:lvl4pPr>
              <a:defRPr sz="1425" b="1">
                <a:solidFill>
                  <a:srgbClr val="2463A5"/>
                </a:solidFill>
              </a:defRPr>
            </a:lvl4pPr>
            <a:lvl5pPr>
              <a:defRPr sz="1425" b="1">
                <a:solidFill>
                  <a:srgbClr val="2463A5"/>
                </a:solidFill>
              </a:defRPr>
            </a:lvl5pPr>
            <a:lvl6pPr>
              <a:defRPr sz="1425" b="1">
                <a:solidFill>
                  <a:srgbClr val="2463A5"/>
                </a:solidFill>
              </a:defRPr>
            </a:lvl6pPr>
            <a:lvl7pPr>
              <a:defRPr sz="1425" b="1">
                <a:solidFill>
                  <a:srgbClr val="2463A5"/>
                </a:solidFill>
              </a:defRPr>
            </a:lvl7pPr>
            <a:lvl8pPr>
              <a:defRPr sz="1425" b="1">
                <a:solidFill>
                  <a:srgbClr val="2463A5"/>
                </a:solidFill>
              </a:defRPr>
            </a:lvl8pPr>
            <a:lvl9pPr>
              <a:defRPr sz="14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63A5"/>
                </a:solidFill>
              </a:defRPr>
            </a:pPr>
            <a:r>
              <a:rPr sz="1425" b="1">
                <a:solidFill>
                  <a:srgbClr val="2463A5"/>
                </a:solidFill>
              </a:rPr>
              <a:t>Supporting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E77C81-4C96-44B9-BCE2-893D0FA7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02A43"/>
                </a:solidFill>
              </a:defRPr>
            </a:defPPr>
            <a:lvl1pPr>
              <a:defRPr sz="1275" b="0">
                <a:solidFill>
                  <a:srgbClr val="102A43"/>
                </a:solidFill>
              </a:defRPr>
            </a:lvl1pPr>
            <a:lvl2pPr>
              <a:defRPr sz="1275" b="0">
                <a:solidFill>
                  <a:srgbClr val="102A43"/>
                </a:solidFill>
              </a:defRPr>
            </a:lvl2pPr>
            <a:lvl3pPr>
              <a:defRPr sz="1275" b="0">
                <a:solidFill>
                  <a:srgbClr val="102A43"/>
                </a:solidFill>
              </a:defRPr>
            </a:lvl3pPr>
            <a:lvl4pPr>
              <a:defRPr sz="1275" b="0">
                <a:solidFill>
                  <a:srgbClr val="102A43"/>
                </a:solidFill>
              </a:defRPr>
            </a:lvl4pPr>
            <a:lvl5pPr>
              <a:defRPr sz="1275" b="0">
                <a:solidFill>
                  <a:srgbClr val="102A43"/>
                </a:solidFill>
              </a:defRPr>
            </a:lvl5pPr>
            <a:lvl6pPr>
              <a:defRPr sz="1275" b="0">
                <a:solidFill>
                  <a:srgbClr val="102A43"/>
                </a:solidFill>
              </a:defRPr>
            </a:lvl6pPr>
            <a:lvl7pPr>
              <a:defRPr sz="1275" b="0">
                <a:solidFill>
                  <a:srgbClr val="102A43"/>
                </a:solidFill>
              </a:defRPr>
            </a:lvl7pPr>
            <a:lvl8pPr>
              <a:defRPr sz="1275" b="0">
                <a:solidFill>
                  <a:srgbClr val="102A43"/>
                </a:solidFill>
              </a:defRPr>
            </a:lvl8pPr>
            <a:lvl9pPr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WCAG 2.2 mappings and transparent deterministic rules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0A554B-C64D-487E-B634-07E0C70E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63A5"/>
                </a:solidFill>
              </a:defRPr>
            </a:defPPr>
            <a:lvl1pPr>
              <a:defRPr sz="1425" b="1">
                <a:solidFill>
                  <a:srgbClr val="2463A5"/>
                </a:solidFill>
              </a:defRPr>
            </a:lvl1pPr>
            <a:lvl2pPr>
              <a:defRPr sz="1425" b="1">
                <a:solidFill>
                  <a:srgbClr val="2463A5"/>
                </a:solidFill>
              </a:defRPr>
            </a:lvl2pPr>
            <a:lvl3pPr>
              <a:defRPr sz="1425" b="1">
                <a:solidFill>
                  <a:srgbClr val="2463A5"/>
                </a:solidFill>
              </a:defRPr>
            </a:lvl3pPr>
            <a:lvl4pPr>
              <a:defRPr sz="1425" b="1">
                <a:solidFill>
                  <a:srgbClr val="2463A5"/>
                </a:solidFill>
              </a:defRPr>
            </a:lvl4pPr>
            <a:lvl5pPr>
              <a:defRPr sz="1425" b="1">
                <a:solidFill>
                  <a:srgbClr val="2463A5"/>
                </a:solidFill>
              </a:defRPr>
            </a:lvl5pPr>
            <a:lvl6pPr>
              <a:defRPr sz="1425" b="1">
                <a:solidFill>
                  <a:srgbClr val="2463A5"/>
                </a:solidFill>
              </a:defRPr>
            </a:lvl6pPr>
            <a:lvl7pPr>
              <a:defRPr sz="1425" b="1">
                <a:solidFill>
                  <a:srgbClr val="2463A5"/>
                </a:solidFill>
              </a:defRPr>
            </a:lvl7pPr>
            <a:lvl8pPr>
              <a:defRPr sz="1425" b="1">
                <a:solidFill>
                  <a:srgbClr val="2463A5"/>
                </a:solidFill>
              </a:defRPr>
            </a:lvl8pPr>
            <a:lvl9pPr>
              <a:defRPr sz="14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463A5"/>
                </a:solidFill>
              </a:defRPr>
            </a:pPr>
            <a:r>
              <a:rPr sz="1425" b="1">
                <a:solidFill>
                  <a:srgbClr val="2463A5"/>
                </a:solidFill>
              </a:rPr>
              <a:t>Outputs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08603-B4A7-40E3-B398-997C5D51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24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02A43"/>
                </a:solidFill>
              </a:defRPr>
            </a:defPPr>
            <a:lvl1pPr>
              <a:defRPr sz="1275" b="0">
                <a:solidFill>
                  <a:srgbClr val="102A43"/>
                </a:solidFill>
              </a:defRPr>
            </a:lvl1pPr>
            <a:lvl2pPr>
              <a:defRPr sz="1275" b="0">
                <a:solidFill>
                  <a:srgbClr val="102A43"/>
                </a:solidFill>
              </a:defRPr>
            </a:lvl2pPr>
            <a:lvl3pPr>
              <a:defRPr sz="1275" b="0">
                <a:solidFill>
                  <a:srgbClr val="102A43"/>
                </a:solidFill>
              </a:defRPr>
            </a:lvl3pPr>
            <a:lvl4pPr>
              <a:defRPr sz="1275" b="0">
                <a:solidFill>
                  <a:srgbClr val="102A43"/>
                </a:solidFill>
              </a:defRPr>
            </a:lvl4pPr>
            <a:lvl5pPr>
              <a:defRPr sz="1275" b="0">
                <a:solidFill>
                  <a:srgbClr val="102A43"/>
                </a:solidFill>
              </a:defRPr>
            </a:lvl5pPr>
            <a:lvl6pPr>
              <a:defRPr sz="1275" b="0">
                <a:solidFill>
                  <a:srgbClr val="102A43"/>
                </a:solidFill>
              </a:defRPr>
            </a:lvl6pPr>
            <a:lvl7pPr>
              <a:defRPr sz="1275" b="0">
                <a:solidFill>
                  <a:srgbClr val="102A43"/>
                </a:solidFill>
              </a:defRPr>
            </a:lvl7pPr>
            <a:lvl8pPr>
              <a:defRPr sz="1275" b="0">
                <a:solidFill>
                  <a:srgbClr val="102A43"/>
                </a:solidFill>
              </a:defRPr>
            </a:lvl8pPr>
            <a:lvl9pPr>
              <a:defRPr sz="127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Findings by severity, CSV export, and human-review checklist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15608C-2E9F-48A6-A526-156397BD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A"/>
                </a:solidFill>
              </a:defRPr>
            </a:defPPr>
            <a:lvl1pPr>
              <a:defRPr sz="1350" b="0">
                <a:solidFill>
                  <a:srgbClr val="52677A"/>
                </a:solidFill>
              </a:defRPr>
            </a:lvl1pPr>
            <a:lvl2pPr>
              <a:defRPr sz="1350" b="0">
                <a:solidFill>
                  <a:srgbClr val="52677A"/>
                </a:solidFill>
              </a:defRPr>
            </a:lvl2pPr>
            <a:lvl3pPr>
              <a:defRPr sz="1350" b="0">
                <a:solidFill>
                  <a:srgbClr val="52677A"/>
                </a:solidFill>
              </a:defRPr>
            </a:lvl3pPr>
            <a:lvl4pPr>
              <a:defRPr sz="1350" b="0">
                <a:solidFill>
                  <a:srgbClr val="52677A"/>
                </a:solidFill>
              </a:defRPr>
            </a:lvl4pPr>
            <a:lvl5pPr>
              <a:defRPr sz="1350" b="0">
                <a:solidFill>
                  <a:srgbClr val="52677A"/>
                </a:solidFill>
              </a:defRPr>
            </a:lvl5pPr>
            <a:lvl6pPr>
              <a:defRPr sz="1350" b="0">
                <a:solidFill>
                  <a:srgbClr val="52677A"/>
                </a:solidFill>
              </a:defRPr>
            </a:lvl6pPr>
            <a:lvl7pPr>
              <a:defRPr sz="1350" b="0">
                <a:solidFill>
                  <a:srgbClr val="52677A"/>
                </a:solidFill>
              </a:defRPr>
            </a:lvl7pPr>
            <a:lvl8pPr>
              <a:defRPr sz="1350" b="0">
                <a:solidFill>
                  <a:srgbClr val="52677A"/>
                </a:solidFill>
              </a:defRPr>
            </a:lvl8pPr>
            <a:lvl9pPr>
              <a:defRPr sz="1350" b="0">
                <a:solidFill>
                  <a:srgbClr val="5267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</a:defRPr>
            </a:pPr>
            <a:r>
              <a:rPr sz="1350" b="0">
                <a:solidFill>
                  <a:srgbClr val="52677A"/>
                </a:solidFill>
              </a:rPr>
              <a:t>Every stage hands structured output to the next stage. The code uses deterministic Python agents, not a hidden external model.</a:t>
            </a:r>
          </a:p>
        </p:txBody>
      </p:sp>
    </p:spTree>
    <p:extLst>
      <p:ext uri="{BB962C8B-B14F-4D97-AF65-F5344CB8AC3E}">
        <p14:creationId xmlns:p14="http://schemas.microsoft.com/office/powerpoint/2010/main" val="1787953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EC301-D230-4228-B58D-F10F0146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8A7DB-73AB-4D7C-BADC-7CAEB415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3B5D"/>
                </a:solidFill>
              </a:defRPr>
            </a:defPPr>
            <a:lvl1pPr>
              <a:defRPr sz="2325" b="1">
                <a:solidFill>
                  <a:srgbClr val="123B5D"/>
                </a:solidFill>
              </a:defRPr>
            </a:lvl1pPr>
            <a:lvl2pPr>
              <a:defRPr sz="2325" b="1">
                <a:solidFill>
                  <a:srgbClr val="123B5D"/>
                </a:solidFill>
              </a:defRPr>
            </a:lvl2pPr>
            <a:lvl3pPr>
              <a:defRPr sz="2325" b="1">
                <a:solidFill>
                  <a:srgbClr val="123B5D"/>
                </a:solidFill>
              </a:defRPr>
            </a:lvl3pPr>
            <a:lvl4pPr>
              <a:defRPr sz="2325" b="1">
                <a:solidFill>
                  <a:srgbClr val="123B5D"/>
                </a:solidFill>
              </a:defRPr>
            </a:lvl4pPr>
            <a:lvl5pPr>
              <a:defRPr sz="2325" b="1">
                <a:solidFill>
                  <a:srgbClr val="123B5D"/>
                </a:solidFill>
              </a:defRPr>
            </a:lvl5pPr>
            <a:lvl6pPr>
              <a:defRPr sz="2325" b="1">
                <a:solidFill>
                  <a:srgbClr val="123B5D"/>
                </a:solidFill>
              </a:defRPr>
            </a:lvl6pPr>
            <a:lvl7pPr>
              <a:defRPr sz="2325" b="1">
                <a:solidFill>
                  <a:srgbClr val="123B5D"/>
                </a:solidFill>
              </a:defRPr>
            </a:lvl7pPr>
            <a:lvl8pPr>
              <a:defRPr sz="2325" b="1">
                <a:solidFill>
                  <a:srgbClr val="123B5D"/>
                </a:solidFill>
              </a:defRPr>
            </a:lvl8pPr>
            <a:lvl9pPr>
              <a:defRPr sz="2325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3B5D"/>
                </a:solidFill>
              </a:defRPr>
            </a:pPr>
            <a:r>
              <a:rPr sz="2325" b="1">
                <a:solidFill>
                  <a:srgbClr val="123B5D"/>
                </a:solidFill>
              </a:rPr>
              <a:t>Technology stack and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A5B8F-D94F-4964-876F-E75A7110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96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A"/>
                </a:solidFill>
              </a:defRPr>
            </a:defPPr>
            <a:lvl1pPr>
              <a:defRPr sz="900" b="0">
                <a:solidFill>
                  <a:srgbClr val="52677A"/>
                </a:solidFill>
              </a:defRPr>
            </a:lvl1pPr>
            <a:lvl2pPr>
              <a:defRPr sz="900" b="0">
                <a:solidFill>
                  <a:srgbClr val="52677A"/>
                </a:solidFill>
              </a:defRPr>
            </a:lvl2pPr>
            <a:lvl3pPr>
              <a:defRPr sz="900" b="0">
                <a:solidFill>
                  <a:srgbClr val="52677A"/>
                </a:solidFill>
              </a:defRPr>
            </a:lvl3pPr>
            <a:lvl4pPr>
              <a:defRPr sz="900" b="0">
                <a:solidFill>
                  <a:srgbClr val="52677A"/>
                </a:solidFill>
              </a:defRPr>
            </a:lvl4pPr>
            <a:lvl5pPr>
              <a:defRPr sz="900" b="0">
                <a:solidFill>
                  <a:srgbClr val="52677A"/>
                </a:solidFill>
              </a:defRPr>
            </a:lvl5pPr>
            <a:lvl6pPr>
              <a:defRPr sz="900" b="0">
                <a:solidFill>
                  <a:srgbClr val="52677A"/>
                </a:solidFill>
              </a:defRPr>
            </a:lvl6pPr>
            <a:lvl7pPr>
              <a:defRPr sz="900" b="0">
                <a:solidFill>
                  <a:srgbClr val="52677A"/>
                </a:solidFill>
              </a:defRPr>
            </a:lvl7pPr>
            <a:lvl8pPr>
              <a:defRPr sz="900" b="0">
                <a:solidFill>
                  <a:srgbClr val="52677A"/>
                </a:solidFill>
              </a:defRPr>
            </a:lvl8pPr>
            <a:lvl9pPr>
              <a:defRPr sz="900" b="0">
                <a:solidFill>
                  <a:srgbClr val="52677A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</a:defRPr>
            </a:pPr>
            <a:r>
              <a:rPr sz="900" b="0">
                <a:solidFill>
                  <a:srgbClr val="52677A"/>
                </a:solidFill>
              </a:rPr>
              <a:t>CA-3  |  Priyansh Pandey  |  4/7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6E0EB-0BC0-4E11-8CF8-0B60EA98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525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9D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1AA7E-13EA-44BF-B943-2F405597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763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B5D"/>
                </a:solidFill>
              </a:defRPr>
            </a:defPPr>
            <a:lvl1pPr>
              <a:defRPr sz="1350" b="1">
                <a:solidFill>
                  <a:srgbClr val="123B5D"/>
                </a:solidFill>
              </a:defRPr>
            </a:lvl1pPr>
            <a:lvl2pPr>
              <a:defRPr sz="1350" b="1">
                <a:solidFill>
                  <a:srgbClr val="123B5D"/>
                </a:solidFill>
              </a:defRPr>
            </a:lvl2pPr>
            <a:lvl3pPr>
              <a:defRPr sz="1350" b="1">
                <a:solidFill>
                  <a:srgbClr val="123B5D"/>
                </a:solidFill>
              </a:defRPr>
            </a:lvl3pPr>
            <a:lvl4pPr>
              <a:defRPr sz="1350" b="1">
                <a:solidFill>
                  <a:srgbClr val="123B5D"/>
                </a:solidFill>
              </a:defRPr>
            </a:lvl4pPr>
            <a:lvl5pPr>
              <a:defRPr sz="1350" b="1">
                <a:solidFill>
                  <a:srgbClr val="123B5D"/>
                </a:solidFill>
              </a:defRPr>
            </a:lvl5pPr>
            <a:lvl6pPr>
              <a:defRPr sz="1350" b="1">
                <a:solidFill>
                  <a:srgbClr val="123B5D"/>
                </a:solidFill>
              </a:defRPr>
            </a:lvl6pPr>
            <a:lvl7pPr>
              <a:defRPr sz="1350" b="1">
                <a:solidFill>
                  <a:srgbClr val="123B5D"/>
                </a:solidFill>
              </a:defRPr>
            </a:lvl7pPr>
            <a:lvl8pPr>
              <a:defRPr sz="1350" b="1">
                <a:solidFill>
                  <a:srgbClr val="123B5D"/>
                </a:solidFill>
              </a:defRPr>
            </a:lvl8pPr>
            <a:lvl9pPr>
              <a:defRPr sz="1350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B5D"/>
                </a:solidFill>
              </a:defRPr>
            </a:pPr>
            <a:r>
              <a:rPr sz="1350" b="1">
                <a:solidFill>
                  <a:srgbClr val="123B5D"/>
                </a:solidFill>
              </a:rPr>
              <a:t>Python 3.10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FB1D4-7D43-4737-9487-83A851E0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Agent logic and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BBFEC-804E-47C3-99F8-4D7B6358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9D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BDFC3-66AF-4D2A-A177-7E62FCE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621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B5D"/>
                </a:solidFill>
              </a:defRPr>
            </a:defPPr>
            <a:lvl1pPr>
              <a:defRPr sz="1350" b="1">
                <a:solidFill>
                  <a:srgbClr val="123B5D"/>
                </a:solidFill>
              </a:defRPr>
            </a:lvl1pPr>
            <a:lvl2pPr>
              <a:defRPr sz="1350" b="1">
                <a:solidFill>
                  <a:srgbClr val="123B5D"/>
                </a:solidFill>
              </a:defRPr>
            </a:lvl2pPr>
            <a:lvl3pPr>
              <a:defRPr sz="1350" b="1">
                <a:solidFill>
                  <a:srgbClr val="123B5D"/>
                </a:solidFill>
              </a:defRPr>
            </a:lvl3pPr>
            <a:lvl4pPr>
              <a:defRPr sz="1350" b="1">
                <a:solidFill>
                  <a:srgbClr val="123B5D"/>
                </a:solidFill>
              </a:defRPr>
            </a:lvl4pPr>
            <a:lvl5pPr>
              <a:defRPr sz="1350" b="1">
                <a:solidFill>
                  <a:srgbClr val="123B5D"/>
                </a:solidFill>
              </a:defRPr>
            </a:lvl5pPr>
            <a:lvl6pPr>
              <a:defRPr sz="1350" b="1">
                <a:solidFill>
                  <a:srgbClr val="123B5D"/>
                </a:solidFill>
              </a:defRPr>
            </a:lvl6pPr>
            <a:lvl7pPr>
              <a:defRPr sz="1350" b="1">
                <a:solidFill>
                  <a:srgbClr val="123B5D"/>
                </a:solidFill>
              </a:defRPr>
            </a:lvl7pPr>
            <a:lvl8pPr>
              <a:defRPr sz="1350" b="1">
                <a:solidFill>
                  <a:srgbClr val="123B5D"/>
                </a:solidFill>
              </a:defRPr>
            </a:lvl8pPr>
            <a:lvl9pPr>
              <a:defRPr sz="1350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B5D"/>
                </a:solidFill>
              </a:defRPr>
            </a:pPr>
            <a:r>
              <a:rPr sz="1350" b="1">
                <a:solidFill>
                  <a:srgbClr val="123B5D"/>
                </a:solidFill>
              </a:rPr>
              <a:t>Streamlit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4B9A7-2017-4F09-8AED-34CF546A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62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Interactive QA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C5443-B734-4BF7-A204-6C725B13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9D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72CF2-6E3A-4629-8E05-597D81B1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479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B5D"/>
                </a:solidFill>
              </a:defRPr>
            </a:defPPr>
            <a:lvl1pPr>
              <a:defRPr sz="1350" b="1">
                <a:solidFill>
                  <a:srgbClr val="123B5D"/>
                </a:solidFill>
              </a:defRPr>
            </a:lvl1pPr>
            <a:lvl2pPr>
              <a:defRPr sz="1350" b="1">
                <a:solidFill>
                  <a:srgbClr val="123B5D"/>
                </a:solidFill>
              </a:defRPr>
            </a:lvl2pPr>
            <a:lvl3pPr>
              <a:defRPr sz="1350" b="1">
                <a:solidFill>
                  <a:srgbClr val="123B5D"/>
                </a:solidFill>
              </a:defRPr>
            </a:lvl3pPr>
            <a:lvl4pPr>
              <a:defRPr sz="1350" b="1">
                <a:solidFill>
                  <a:srgbClr val="123B5D"/>
                </a:solidFill>
              </a:defRPr>
            </a:lvl4pPr>
            <a:lvl5pPr>
              <a:defRPr sz="1350" b="1">
                <a:solidFill>
                  <a:srgbClr val="123B5D"/>
                </a:solidFill>
              </a:defRPr>
            </a:lvl5pPr>
            <a:lvl6pPr>
              <a:defRPr sz="1350" b="1">
                <a:solidFill>
                  <a:srgbClr val="123B5D"/>
                </a:solidFill>
              </a:defRPr>
            </a:lvl6pPr>
            <a:lvl7pPr>
              <a:defRPr sz="1350" b="1">
                <a:solidFill>
                  <a:srgbClr val="123B5D"/>
                </a:solidFill>
              </a:defRPr>
            </a:lvl7pPr>
            <a:lvl8pPr>
              <a:defRPr sz="1350" b="1">
                <a:solidFill>
                  <a:srgbClr val="123B5D"/>
                </a:solidFill>
              </a:defRPr>
            </a:lvl8pPr>
            <a:lvl9pPr>
              <a:defRPr sz="1350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B5D"/>
                </a:solidFill>
              </a:defRPr>
            </a:pPr>
            <a:r>
              <a:rPr sz="1350" b="1">
                <a:solidFill>
                  <a:srgbClr val="123B5D"/>
                </a:solidFill>
              </a:rPr>
              <a:t>html.parser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6C1BB-F284-4275-AD70-0BAC76B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47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Supplied HTML parsing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046E1-0EE4-4E20-BC13-D876FB29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9D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4A03F-E89B-490C-925F-CB6FC74C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337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B5D"/>
                </a:solidFill>
              </a:defRPr>
            </a:defPPr>
            <a:lvl1pPr>
              <a:defRPr sz="1350" b="1">
                <a:solidFill>
                  <a:srgbClr val="123B5D"/>
                </a:solidFill>
              </a:defRPr>
            </a:lvl1pPr>
            <a:lvl2pPr>
              <a:defRPr sz="1350" b="1">
                <a:solidFill>
                  <a:srgbClr val="123B5D"/>
                </a:solidFill>
              </a:defRPr>
            </a:lvl2pPr>
            <a:lvl3pPr>
              <a:defRPr sz="1350" b="1">
                <a:solidFill>
                  <a:srgbClr val="123B5D"/>
                </a:solidFill>
              </a:defRPr>
            </a:lvl3pPr>
            <a:lvl4pPr>
              <a:defRPr sz="1350" b="1">
                <a:solidFill>
                  <a:srgbClr val="123B5D"/>
                </a:solidFill>
              </a:defRPr>
            </a:lvl4pPr>
            <a:lvl5pPr>
              <a:defRPr sz="1350" b="1">
                <a:solidFill>
                  <a:srgbClr val="123B5D"/>
                </a:solidFill>
              </a:defRPr>
            </a:lvl5pPr>
            <a:lvl6pPr>
              <a:defRPr sz="1350" b="1">
                <a:solidFill>
                  <a:srgbClr val="123B5D"/>
                </a:solidFill>
              </a:defRPr>
            </a:lvl6pPr>
            <a:lvl7pPr>
              <a:defRPr sz="1350" b="1">
                <a:solidFill>
                  <a:srgbClr val="123B5D"/>
                </a:solidFill>
              </a:defRPr>
            </a:lvl7pPr>
            <a:lvl8pPr>
              <a:defRPr sz="1350" b="1">
                <a:solidFill>
                  <a:srgbClr val="123B5D"/>
                </a:solidFill>
              </a:defRPr>
            </a:lvl8pPr>
            <a:lvl9pPr>
              <a:defRPr sz="1350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B5D"/>
                </a:solidFill>
              </a:defRPr>
            </a:pPr>
            <a:r>
              <a:rPr sz="1350" b="1">
                <a:solidFill>
                  <a:srgbClr val="123B5D"/>
                </a:solidFill>
              </a:rPr>
              <a:t>pandas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F44A4-040E-44D8-896F-95FD3044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337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CSV export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E0162-BBF3-431D-AAF5-3C523BEB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38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9D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B3861-7CFB-416D-98B1-844DE32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23B5D"/>
                </a:solidFill>
              </a:defRPr>
            </a:defPPr>
            <a:lvl1pPr>
              <a:defRPr sz="1350" b="1">
                <a:solidFill>
                  <a:srgbClr val="123B5D"/>
                </a:solidFill>
              </a:defRPr>
            </a:lvl1pPr>
            <a:lvl2pPr>
              <a:defRPr sz="1350" b="1">
                <a:solidFill>
                  <a:srgbClr val="123B5D"/>
                </a:solidFill>
              </a:defRPr>
            </a:lvl2pPr>
            <a:lvl3pPr>
              <a:defRPr sz="1350" b="1">
                <a:solidFill>
                  <a:srgbClr val="123B5D"/>
                </a:solidFill>
              </a:defRPr>
            </a:lvl3pPr>
            <a:lvl4pPr>
              <a:defRPr sz="1350" b="1">
                <a:solidFill>
                  <a:srgbClr val="123B5D"/>
                </a:solidFill>
              </a:defRPr>
            </a:lvl4pPr>
            <a:lvl5pPr>
              <a:defRPr sz="1350" b="1">
                <a:solidFill>
                  <a:srgbClr val="123B5D"/>
                </a:solidFill>
              </a:defRPr>
            </a:lvl5pPr>
            <a:lvl6pPr>
              <a:defRPr sz="1350" b="1">
                <a:solidFill>
                  <a:srgbClr val="123B5D"/>
                </a:solidFill>
              </a:defRPr>
            </a:lvl6pPr>
            <a:lvl7pPr>
              <a:defRPr sz="1350" b="1">
                <a:solidFill>
                  <a:srgbClr val="123B5D"/>
                </a:solidFill>
              </a:defRPr>
            </a:lvl7pPr>
            <a:lvl8pPr>
              <a:defRPr sz="1350" b="1">
                <a:solidFill>
                  <a:srgbClr val="123B5D"/>
                </a:solidFill>
              </a:defRPr>
            </a:lvl8pPr>
            <a:lvl9pPr>
              <a:defRPr sz="1350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3B5D"/>
                </a:solidFill>
              </a:defRPr>
            </a:pPr>
            <a:r>
              <a:rPr sz="1350" b="1">
                <a:solidFill>
                  <a:srgbClr val="123B5D"/>
                </a:solidFill>
              </a:rPr>
              <a:t>unittest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9B199-9E37-47CA-A37C-50416052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9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A43"/>
                </a:solidFill>
              </a:defRPr>
            </a:defPPr>
            <a:lvl1pPr>
              <a:defRPr sz="1425" b="0">
                <a:solidFill>
                  <a:srgbClr val="102A43"/>
                </a:solidFill>
              </a:defRPr>
            </a:lvl1pPr>
            <a:lvl2pPr>
              <a:defRPr sz="1425" b="0">
                <a:solidFill>
                  <a:srgbClr val="102A43"/>
                </a:solidFill>
              </a:defRPr>
            </a:lvl2pPr>
            <a:lvl3pPr>
              <a:defRPr sz="1425" b="0">
                <a:solidFill>
                  <a:srgbClr val="102A43"/>
                </a:solidFill>
              </a:defRPr>
            </a:lvl3pPr>
            <a:lvl4pPr>
              <a:defRPr sz="1425" b="0">
                <a:solidFill>
                  <a:srgbClr val="102A43"/>
                </a:solidFill>
              </a:defRPr>
            </a:lvl4pPr>
            <a:lvl5pPr>
              <a:defRPr sz="1425" b="0">
                <a:solidFill>
                  <a:srgbClr val="102A43"/>
                </a:solidFill>
              </a:defRPr>
            </a:lvl5pPr>
            <a:lvl6pPr>
              <a:defRPr sz="1425" b="0">
                <a:solidFill>
                  <a:srgbClr val="102A43"/>
                </a:solidFill>
              </a:defRPr>
            </a:lvl6pPr>
            <a:lvl7pPr>
              <a:defRPr sz="1425" b="0">
                <a:solidFill>
                  <a:srgbClr val="102A43"/>
                </a:solidFill>
              </a:defRPr>
            </a:lvl7pPr>
            <a:lvl8pPr>
              <a:defRPr sz="1425" b="0">
                <a:solidFill>
                  <a:srgbClr val="102A43"/>
                </a:solidFill>
              </a:defRPr>
            </a:lvl8pPr>
            <a:lvl9pPr>
              <a:defRPr sz="14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Repeatable verification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529AD-E084-4FD6-81D6-D284E5A9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3333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1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F8C08-5681-42D1-A6DC-3C9C1C1A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63A5"/>
                </a:solidFill>
              </a:defRPr>
            </a:defPPr>
            <a:lvl1pPr>
              <a:defRPr sz="1650" b="1">
                <a:solidFill>
                  <a:srgbClr val="2463A5"/>
                </a:solidFill>
              </a:defRPr>
            </a:lvl1pPr>
            <a:lvl2pPr>
              <a:defRPr sz="1650" b="1">
                <a:solidFill>
                  <a:srgbClr val="2463A5"/>
                </a:solidFill>
              </a:defRPr>
            </a:lvl2pPr>
            <a:lvl3pPr>
              <a:defRPr sz="1650" b="1">
                <a:solidFill>
                  <a:srgbClr val="2463A5"/>
                </a:solidFill>
              </a:defRPr>
            </a:lvl3pPr>
            <a:lvl4pPr>
              <a:defRPr sz="1650" b="1">
                <a:solidFill>
                  <a:srgbClr val="2463A5"/>
                </a:solidFill>
              </a:defRPr>
            </a:lvl4pPr>
            <a:lvl5pPr>
              <a:defRPr sz="1650" b="1">
                <a:solidFill>
                  <a:srgbClr val="2463A5"/>
                </a:solidFill>
              </a:defRPr>
            </a:lvl5pPr>
            <a:lvl6pPr>
              <a:defRPr sz="1650" b="1">
                <a:solidFill>
                  <a:srgbClr val="2463A5"/>
                </a:solidFill>
              </a:defRPr>
            </a:lvl6pPr>
            <a:lvl7pPr>
              <a:defRPr sz="1650" b="1">
                <a:solidFill>
                  <a:srgbClr val="2463A5"/>
                </a:solidFill>
              </a:defRPr>
            </a:lvl7pPr>
            <a:lvl8pPr>
              <a:defRPr sz="1650" b="1">
                <a:solidFill>
                  <a:srgbClr val="2463A5"/>
                </a:solidFill>
              </a:defRPr>
            </a:lvl8pPr>
            <a:lvl9pPr>
              <a:defRPr sz="16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63A5"/>
                </a:solidFill>
              </a:defRPr>
            </a:pPr>
            <a:r>
              <a:rPr sz="1650" b="1">
                <a:solidFill>
                  <a:srgbClr val="2463A5"/>
                </a:solidFill>
              </a:rPr>
              <a:t>Implemented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C97FC-4B97-4AF1-AB2C-BF333BCF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209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IMG_ALT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FORM_LABEL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PAGE_LANG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PAGE_TITLE</a:t>
            </a:r>
          </a:p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COLOR_CONTRAST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F3F263-7DCA-4CDA-9742-80914EFD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9530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17B50"/>
                </a:solidFill>
              </a:defRPr>
            </a:defPPr>
            <a:lvl1pPr>
              <a:defRPr sz="1350" b="1">
                <a:solidFill>
                  <a:srgbClr val="117B50"/>
                </a:solidFill>
              </a:defRPr>
            </a:lvl1pPr>
            <a:lvl2pPr>
              <a:defRPr sz="1350" b="1">
                <a:solidFill>
                  <a:srgbClr val="117B50"/>
                </a:solidFill>
              </a:defRPr>
            </a:lvl2pPr>
            <a:lvl3pPr>
              <a:defRPr sz="1350" b="1">
                <a:solidFill>
                  <a:srgbClr val="117B50"/>
                </a:solidFill>
              </a:defRPr>
            </a:lvl3pPr>
            <a:lvl4pPr>
              <a:defRPr sz="1350" b="1">
                <a:solidFill>
                  <a:srgbClr val="117B50"/>
                </a:solidFill>
              </a:defRPr>
            </a:lvl4pPr>
            <a:lvl5pPr>
              <a:defRPr sz="1350" b="1">
                <a:solidFill>
                  <a:srgbClr val="117B50"/>
                </a:solidFill>
              </a:defRPr>
            </a:lvl5pPr>
            <a:lvl6pPr>
              <a:defRPr sz="1350" b="1">
                <a:solidFill>
                  <a:srgbClr val="117B50"/>
                </a:solidFill>
              </a:defRPr>
            </a:lvl6pPr>
            <a:lvl7pPr>
              <a:defRPr sz="1350" b="1">
                <a:solidFill>
                  <a:srgbClr val="117B50"/>
                </a:solidFill>
              </a:defRPr>
            </a:lvl7pPr>
            <a:lvl8pPr>
              <a:defRPr sz="1350" b="1">
                <a:solidFill>
                  <a:srgbClr val="117B50"/>
                </a:solidFill>
              </a:defRPr>
            </a:lvl8pPr>
            <a:lvl9pPr>
              <a:defRPr sz="1350" b="1">
                <a:solidFill>
                  <a:srgbClr val="117B5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17B50"/>
                </a:solidFill>
              </a:defRPr>
            </a:pPr>
            <a:r>
              <a:rPr sz="1350" b="1">
                <a:solidFill>
                  <a:srgbClr val="117B50"/>
                </a:solidFill>
              </a:rPr>
              <a:t>No paid API or external LLM dependency</a:t>
            </a:r>
          </a:p>
        </p:txBody>
      </p:sp>
    </p:spTree>
    <p:extLst>
      <p:ext uri="{BB962C8B-B14F-4D97-AF65-F5344CB8AC3E}">
        <p14:creationId xmlns:p14="http://schemas.microsoft.com/office/powerpoint/2010/main" val="472651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15079-87DE-42C0-A921-D28ED202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15651-0649-432A-B3F4-1688FF68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3B5D"/>
                </a:solidFill>
              </a:defRPr>
            </a:defPPr>
            <a:lvl1pPr>
              <a:defRPr sz="2325" b="1">
                <a:solidFill>
                  <a:srgbClr val="123B5D"/>
                </a:solidFill>
              </a:defRPr>
            </a:lvl1pPr>
            <a:lvl2pPr>
              <a:defRPr sz="2325" b="1">
                <a:solidFill>
                  <a:srgbClr val="123B5D"/>
                </a:solidFill>
              </a:defRPr>
            </a:lvl2pPr>
            <a:lvl3pPr>
              <a:defRPr sz="2325" b="1">
                <a:solidFill>
                  <a:srgbClr val="123B5D"/>
                </a:solidFill>
              </a:defRPr>
            </a:lvl3pPr>
            <a:lvl4pPr>
              <a:defRPr sz="2325" b="1">
                <a:solidFill>
                  <a:srgbClr val="123B5D"/>
                </a:solidFill>
              </a:defRPr>
            </a:lvl4pPr>
            <a:lvl5pPr>
              <a:defRPr sz="2325" b="1">
                <a:solidFill>
                  <a:srgbClr val="123B5D"/>
                </a:solidFill>
              </a:defRPr>
            </a:lvl5pPr>
            <a:lvl6pPr>
              <a:defRPr sz="2325" b="1">
                <a:solidFill>
                  <a:srgbClr val="123B5D"/>
                </a:solidFill>
              </a:defRPr>
            </a:lvl6pPr>
            <a:lvl7pPr>
              <a:defRPr sz="2325" b="1">
                <a:solidFill>
                  <a:srgbClr val="123B5D"/>
                </a:solidFill>
              </a:defRPr>
            </a:lvl7pPr>
            <a:lvl8pPr>
              <a:defRPr sz="2325" b="1">
                <a:solidFill>
                  <a:srgbClr val="123B5D"/>
                </a:solidFill>
              </a:defRPr>
            </a:lvl8pPr>
            <a:lvl9pPr>
              <a:defRPr sz="2325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3B5D"/>
                </a:solidFill>
              </a:defRPr>
            </a:pPr>
            <a:r>
              <a:rPr sz="2325" b="1">
                <a:solidFill>
                  <a:srgbClr val="123B5D"/>
                </a:solidFill>
              </a:rPr>
              <a:t>Working PoC demonstration and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19A11-E73B-4972-B59D-3F62204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96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A"/>
                </a:solidFill>
              </a:defRPr>
            </a:defPPr>
            <a:lvl1pPr>
              <a:defRPr sz="900" b="0">
                <a:solidFill>
                  <a:srgbClr val="52677A"/>
                </a:solidFill>
              </a:defRPr>
            </a:lvl1pPr>
            <a:lvl2pPr>
              <a:defRPr sz="900" b="0">
                <a:solidFill>
                  <a:srgbClr val="52677A"/>
                </a:solidFill>
              </a:defRPr>
            </a:lvl2pPr>
            <a:lvl3pPr>
              <a:defRPr sz="900" b="0">
                <a:solidFill>
                  <a:srgbClr val="52677A"/>
                </a:solidFill>
              </a:defRPr>
            </a:lvl3pPr>
            <a:lvl4pPr>
              <a:defRPr sz="900" b="0">
                <a:solidFill>
                  <a:srgbClr val="52677A"/>
                </a:solidFill>
              </a:defRPr>
            </a:lvl4pPr>
            <a:lvl5pPr>
              <a:defRPr sz="900" b="0">
                <a:solidFill>
                  <a:srgbClr val="52677A"/>
                </a:solidFill>
              </a:defRPr>
            </a:lvl5pPr>
            <a:lvl6pPr>
              <a:defRPr sz="900" b="0">
                <a:solidFill>
                  <a:srgbClr val="52677A"/>
                </a:solidFill>
              </a:defRPr>
            </a:lvl6pPr>
            <a:lvl7pPr>
              <a:defRPr sz="900" b="0">
                <a:solidFill>
                  <a:srgbClr val="52677A"/>
                </a:solidFill>
              </a:defRPr>
            </a:lvl7pPr>
            <a:lvl8pPr>
              <a:defRPr sz="900" b="0">
                <a:solidFill>
                  <a:srgbClr val="52677A"/>
                </a:solidFill>
              </a:defRPr>
            </a:lvl8pPr>
            <a:lvl9pPr>
              <a:defRPr sz="900" b="0">
                <a:solidFill>
                  <a:srgbClr val="52677A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</a:defRPr>
            </a:pPr>
            <a:r>
              <a:rPr sz="900" b="0">
                <a:solidFill>
                  <a:srgbClr val="52677A"/>
                </a:solidFill>
              </a:rPr>
              <a:t>CA-3  |  Priyansh Pandey  |  5/7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D6C52-4498-4066-8926-726AB283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9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A"/>
                </a:solidFill>
              </a:defRPr>
            </a:defPPr>
            <a:lvl1pPr>
              <a:defRPr sz="1350" b="0">
                <a:solidFill>
                  <a:srgbClr val="52677A"/>
                </a:solidFill>
              </a:defRPr>
            </a:lvl1pPr>
            <a:lvl2pPr>
              <a:defRPr sz="1350" b="0">
                <a:solidFill>
                  <a:srgbClr val="52677A"/>
                </a:solidFill>
              </a:defRPr>
            </a:lvl2pPr>
            <a:lvl3pPr>
              <a:defRPr sz="1350" b="0">
                <a:solidFill>
                  <a:srgbClr val="52677A"/>
                </a:solidFill>
              </a:defRPr>
            </a:lvl3pPr>
            <a:lvl4pPr>
              <a:defRPr sz="1350" b="0">
                <a:solidFill>
                  <a:srgbClr val="52677A"/>
                </a:solidFill>
              </a:defRPr>
            </a:lvl4pPr>
            <a:lvl5pPr>
              <a:defRPr sz="1350" b="0">
                <a:solidFill>
                  <a:srgbClr val="52677A"/>
                </a:solidFill>
              </a:defRPr>
            </a:lvl5pPr>
            <a:lvl6pPr>
              <a:defRPr sz="1350" b="0">
                <a:solidFill>
                  <a:srgbClr val="52677A"/>
                </a:solidFill>
              </a:defRPr>
            </a:lvl6pPr>
            <a:lvl7pPr>
              <a:defRPr sz="1350" b="0">
                <a:solidFill>
                  <a:srgbClr val="52677A"/>
                </a:solidFill>
              </a:defRPr>
            </a:lvl7pPr>
            <a:lvl8pPr>
              <a:defRPr sz="1350" b="0">
                <a:solidFill>
                  <a:srgbClr val="52677A"/>
                </a:solidFill>
              </a:defRPr>
            </a:lvl8pPr>
            <a:lvl9pPr>
              <a:defRPr sz="1350" b="0">
                <a:solidFill>
                  <a:srgbClr val="5267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</a:defRPr>
            </a:pPr>
            <a:r>
              <a:rPr sz="1350" b="0">
                <a:solidFill>
                  <a:srgbClr val="52677A"/>
                </a:solidFill>
              </a:rPr>
              <a:t>Demo flow: select a synthetic page, run audit, inspect evidence and fixes, then download CSV.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8C40078-0598-49CF-BB72-860A19CDBE4D}"/>
              </a:ext>
            </a:extLst>
          </p:cNvPr>
          <p:cNvGraphicFramePr/>
          <p:nvPr/>
        </p:nvGraphicFramePr>
        <p:xfrm>
          <a:off xmlns:a="http://schemas.openxmlformats.org/drawingml/2006/main" x="952500" y="1952625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e3a9cb4de448c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E551C-3C81-43B4-8B43-E96531F2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39052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CDA6D-5042-4979-A545-75A7AF04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C53030"/>
                </a:solidFill>
              </a:defRPr>
            </a:defPPr>
            <a:lvl1pPr>
              <a:defRPr sz="1575" b="1">
                <a:solidFill>
                  <a:srgbClr val="C53030"/>
                </a:solidFill>
              </a:defRPr>
            </a:lvl1pPr>
            <a:lvl2pPr>
              <a:defRPr sz="1575" b="1">
                <a:solidFill>
                  <a:srgbClr val="C53030"/>
                </a:solidFill>
              </a:defRPr>
            </a:lvl2pPr>
            <a:lvl3pPr>
              <a:defRPr sz="1575" b="1">
                <a:solidFill>
                  <a:srgbClr val="C53030"/>
                </a:solidFill>
              </a:defRPr>
            </a:lvl3pPr>
            <a:lvl4pPr>
              <a:defRPr sz="1575" b="1">
                <a:solidFill>
                  <a:srgbClr val="C53030"/>
                </a:solidFill>
              </a:defRPr>
            </a:lvl4pPr>
            <a:lvl5pPr>
              <a:defRPr sz="1575" b="1">
                <a:solidFill>
                  <a:srgbClr val="C53030"/>
                </a:solidFill>
              </a:defRPr>
            </a:lvl5pPr>
            <a:lvl6pPr>
              <a:defRPr sz="1575" b="1">
                <a:solidFill>
                  <a:srgbClr val="C53030"/>
                </a:solidFill>
              </a:defRPr>
            </a:lvl6pPr>
            <a:lvl7pPr>
              <a:defRPr sz="1575" b="1">
                <a:solidFill>
                  <a:srgbClr val="C53030"/>
                </a:solidFill>
              </a:defRPr>
            </a:lvl7pPr>
            <a:lvl8pPr>
              <a:defRPr sz="1575" b="1">
                <a:solidFill>
                  <a:srgbClr val="C53030"/>
                </a:solidFill>
              </a:defRPr>
            </a:lvl8pPr>
            <a:lvl9pPr>
              <a:defRPr sz="1575" b="1">
                <a:solidFill>
                  <a:srgbClr val="C53030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C53030"/>
                </a:solidFill>
              </a:defRPr>
            </a:pPr>
            <a:r>
              <a:rPr sz="1575" b="1">
                <a:solidFill>
                  <a:srgbClr val="C53030"/>
                </a:solidFill>
              </a:rPr>
              <a:t>Broken page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7D614-A3A6-4867-8F46-906A0D6B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3B5D"/>
                </a:solidFill>
              </a:defRPr>
            </a:defPPr>
            <a:lvl1pPr>
              <a:defRPr sz="1950" b="1">
                <a:solidFill>
                  <a:srgbClr val="123B5D"/>
                </a:solidFill>
              </a:defRPr>
            </a:lvl1pPr>
            <a:lvl2pPr>
              <a:defRPr sz="1950" b="1">
                <a:solidFill>
                  <a:srgbClr val="123B5D"/>
                </a:solidFill>
              </a:defRPr>
            </a:lvl2pPr>
            <a:lvl3pPr>
              <a:defRPr sz="1950" b="1">
                <a:solidFill>
                  <a:srgbClr val="123B5D"/>
                </a:solidFill>
              </a:defRPr>
            </a:lvl3pPr>
            <a:lvl4pPr>
              <a:defRPr sz="1950" b="1">
                <a:solidFill>
                  <a:srgbClr val="123B5D"/>
                </a:solidFill>
              </a:defRPr>
            </a:lvl4pPr>
            <a:lvl5pPr>
              <a:defRPr sz="1950" b="1">
                <a:solidFill>
                  <a:srgbClr val="123B5D"/>
                </a:solidFill>
              </a:defRPr>
            </a:lvl5pPr>
            <a:lvl6pPr>
              <a:defRPr sz="1950" b="1">
                <a:solidFill>
                  <a:srgbClr val="123B5D"/>
                </a:solidFill>
              </a:defRPr>
            </a:lvl6pPr>
            <a:lvl7pPr>
              <a:defRPr sz="1950" b="1">
                <a:solidFill>
                  <a:srgbClr val="123B5D"/>
                </a:solidFill>
              </a:defRPr>
            </a:lvl7pPr>
            <a:lvl8pPr>
              <a:defRPr sz="1950" b="1">
                <a:solidFill>
                  <a:srgbClr val="123B5D"/>
                </a:solidFill>
              </a:defRPr>
            </a:lvl8pPr>
            <a:lvl9pPr>
              <a:defRPr sz="1950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3B5D"/>
                </a:solidFill>
              </a:defRPr>
            </a:pPr>
            <a:r>
              <a:rPr sz="1950" b="1">
                <a:solidFill>
                  <a:srgbClr val="123B5D"/>
                </a:solidFill>
              </a:rPr>
              <a:t>3 High</a:t>
            </a:r>
          </a:p>
          <a:p xmlns:a="http://schemas.openxmlformats.org/drawingml/2006/main">
            <a:pPr>
              <a:defRPr sz="1950" b="1">
                <a:solidFill>
                  <a:srgbClr val="123B5D"/>
                </a:solidFill>
              </a:defRPr>
            </a:pPr>
            <a:r>
              <a:rPr sz="1950" b="1">
                <a:solidFill>
                  <a:srgbClr val="123B5D"/>
                </a:solidFill>
              </a:rPr>
              <a:t>2 Medium</a:t>
            </a:r>
          </a:p>
          <a:p xmlns:a="http://schemas.openxmlformats.org/drawingml/2006/main">
            <a:pPr>
              <a:defRPr sz="1950" b="1">
                <a:solidFill>
                  <a:srgbClr val="123B5D"/>
                </a:solidFill>
              </a:defRPr>
            </a:pPr>
            <a:r>
              <a:rPr sz="1950" b="1">
                <a:solidFill>
                  <a:srgbClr val="123B5D"/>
                </a:solidFill>
              </a:rPr>
              <a:t>5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4BE82-34CA-49E4-A5E1-FC980C85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A"/>
                </a:solidFill>
              </a:defRPr>
            </a:defPPr>
            <a:lvl1pPr>
              <a:defRPr sz="1350" b="0">
                <a:solidFill>
                  <a:srgbClr val="52677A"/>
                </a:solidFill>
              </a:defRPr>
            </a:lvl1pPr>
            <a:lvl2pPr>
              <a:defRPr sz="1350" b="0">
                <a:solidFill>
                  <a:srgbClr val="52677A"/>
                </a:solidFill>
              </a:defRPr>
            </a:lvl2pPr>
            <a:lvl3pPr>
              <a:defRPr sz="1350" b="0">
                <a:solidFill>
                  <a:srgbClr val="52677A"/>
                </a:solidFill>
              </a:defRPr>
            </a:lvl3pPr>
            <a:lvl4pPr>
              <a:defRPr sz="1350" b="0">
                <a:solidFill>
                  <a:srgbClr val="52677A"/>
                </a:solidFill>
              </a:defRPr>
            </a:lvl4pPr>
            <a:lvl5pPr>
              <a:defRPr sz="1350" b="0">
                <a:solidFill>
                  <a:srgbClr val="52677A"/>
                </a:solidFill>
              </a:defRPr>
            </a:lvl5pPr>
            <a:lvl6pPr>
              <a:defRPr sz="1350" b="0">
                <a:solidFill>
                  <a:srgbClr val="52677A"/>
                </a:solidFill>
              </a:defRPr>
            </a:lvl6pPr>
            <a:lvl7pPr>
              <a:defRPr sz="1350" b="0">
                <a:solidFill>
                  <a:srgbClr val="52677A"/>
                </a:solidFill>
              </a:defRPr>
            </a:lvl7pPr>
            <a:lvl8pPr>
              <a:defRPr sz="1350" b="0">
                <a:solidFill>
                  <a:srgbClr val="52677A"/>
                </a:solidFill>
              </a:defRPr>
            </a:lvl8pPr>
            <a:lvl9pPr>
              <a:defRPr sz="1350" b="0">
                <a:solidFill>
                  <a:srgbClr val="52677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A"/>
                </a:solidFill>
              </a:defRPr>
            </a:pPr>
            <a:r>
              <a:rPr sz="1350" b="0">
                <a:solidFill>
                  <a:srgbClr val="52677A"/>
                </a:solidFill>
              </a:rPr>
              <a:t>The improved page has zero findings under these five implemented rules.</a:t>
            </a:r>
          </a:p>
        </p:txBody>
      </p:sp>
    </p:spTree>
    <p:extLst>
      <p:ext uri="{BB962C8B-B14F-4D97-AF65-F5344CB8AC3E}">
        <p14:creationId xmlns:p14="http://schemas.microsoft.com/office/powerpoint/2010/main" val="20132334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C8DF3-A045-4609-A3A6-0712DC6D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E876E-A305-446E-9459-387C9410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3B5D"/>
                </a:solidFill>
              </a:defRPr>
            </a:defPPr>
            <a:lvl1pPr>
              <a:defRPr sz="2325" b="1">
                <a:solidFill>
                  <a:srgbClr val="123B5D"/>
                </a:solidFill>
              </a:defRPr>
            </a:lvl1pPr>
            <a:lvl2pPr>
              <a:defRPr sz="2325" b="1">
                <a:solidFill>
                  <a:srgbClr val="123B5D"/>
                </a:solidFill>
              </a:defRPr>
            </a:lvl2pPr>
            <a:lvl3pPr>
              <a:defRPr sz="2325" b="1">
                <a:solidFill>
                  <a:srgbClr val="123B5D"/>
                </a:solidFill>
              </a:defRPr>
            </a:lvl3pPr>
            <a:lvl4pPr>
              <a:defRPr sz="2325" b="1">
                <a:solidFill>
                  <a:srgbClr val="123B5D"/>
                </a:solidFill>
              </a:defRPr>
            </a:lvl4pPr>
            <a:lvl5pPr>
              <a:defRPr sz="2325" b="1">
                <a:solidFill>
                  <a:srgbClr val="123B5D"/>
                </a:solidFill>
              </a:defRPr>
            </a:lvl5pPr>
            <a:lvl6pPr>
              <a:defRPr sz="2325" b="1">
                <a:solidFill>
                  <a:srgbClr val="123B5D"/>
                </a:solidFill>
              </a:defRPr>
            </a:lvl6pPr>
            <a:lvl7pPr>
              <a:defRPr sz="2325" b="1">
                <a:solidFill>
                  <a:srgbClr val="123B5D"/>
                </a:solidFill>
              </a:defRPr>
            </a:lvl7pPr>
            <a:lvl8pPr>
              <a:defRPr sz="2325" b="1">
                <a:solidFill>
                  <a:srgbClr val="123B5D"/>
                </a:solidFill>
              </a:defRPr>
            </a:lvl8pPr>
            <a:lvl9pPr>
              <a:defRPr sz="2325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3B5D"/>
                </a:solidFill>
              </a:defRPr>
            </a:pPr>
            <a:r>
              <a:rPr sz="2325" b="1">
                <a:solidFill>
                  <a:srgbClr val="123B5D"/>
                </a:solidFill>
              </a:rPr>
              <a:t>Validation boundary and human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FA8BE-80D7-4A01-B5F6-EAF39914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96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A"/>
                </a:solidFill>
              </a:defRPr>
            </a:defPPr>
            <a:lvl1pPr>
              <a:defRPr sz="900" b="0">
                <a:solidFill>
                  <a:srgbClr val="52677A"/>
                </a:solidFill>
              </a:defRPr>
            </a:lvl1pPr>
            <a:lvl2pPr>
              <a:defRPr sz="900" b="0">
                <a:solidFill>
                  <a:srgbClr val="52677A"/>
                </a:solidFill>
              </a:defRPr>
            </a:lvl2pPr>
            <a:lvl3pPr>
              <a:defRPr sz="900" b="0">
                <a:solidFill>
                  <a:srgbClr val="52677A"/>
                </a:solidFill>
              </a:defRPr>
            </a:lvl3pPr>
            <a:lvl4pPr>
              <a:defRPr sz="900" b="0">
                <a:solidFill>
                  <a:srgbClr val="52677A"/>
                </a:solidFill>
              </a:defRPr>
            </a:lvl4pPr>
            <a:lvl5pPr>
              <a:defRPr sz="900" b="0">
                <a:solidFill>
                  <a:srgbClr val="52677A"/>
                </a:solidFill>
              </a:defRPr>
            </a:lvl5pPr>
            <a:lvl6pPr>
              <a:defRPr sz="900" b="0">
                <a:solidFill>
                  <a:srgbClr val="52677A"/>
                </a:solidFill>
              </a:defRPr>
            </a:lvl6pPr>
            <a:lvl7pPr>
              <a:defRPr sz="900" b="0">
                <a:solidFill>
                  <a:srgbClr val="52677A"/>
                </a:solidFill>
              </a:defRPr>
            </a:lvl7pPr>
            <a:lvl8pPr>
              <a:defRPr sz="900" b="0">
                <a:solidFill>
                  <a:srgbClr val="52677A"/>
                </a:solidFill>
              </a:defRPr>
            </a:lvl8pPr>
            <a:lvl9pPr>
              <a:defRPr sz="900" b="0">
                <a:solidFill>
                  <a:srgbClr val="52677A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</a:defRPr>
            </a:pPr>
            <a:r>
              <a:rPr sz="900" b="0">
                <a:solidFill>
                  <a:srgbClr val="52677A"/>
                </a:solidFill>
              </a:rPr>
              <a:t>CA-3  |  Priyansh Pandey  |  6/7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66D12-5264-4573-BBEE-44152173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17B50"/>
                </a:solidFill>
              </a:defRPr>
            </a:defPPr>
            <a:lvl1pPr>
              <a:defRPr sz="1650" b="1">
                <a:solidFill>
                  <a:srgbClr val="117B50"/>
                </a:solidFill>
              </a:defRPr>
            </a:lvl1pPr>
            <a:lvl2pPr>
              <a:defRPr sz="1650" b="1">
                <a:solidFill>
                  <a:srgbClr val="117B50"/>
                </a:solidFill>
              </a:defRPr>
            </a:lvl2pPr>
            <a:lvl3pPr>
              <a:defRPr sz="1650" b="1">
                <a:solidFill>
                  <a:srgbClr val="117B50"/>
                </a:solidFill>
              </a:defRPr>
            </a:lvl3pPr>
            <a:lvl4pPr>
              <a:defRPr sz="1650" b="1">
                <a:solidFill>
                  <a:srgbClr val="117B50"/>
                </a:solidFill>
              </a:defRPr>
            </a:lvl4pPr>
            <a:lvl5pPr>
              <a:defRPr sz="1650" b="1">
                <a:solidFill>
                  <a:srgbClr val="117B50"/>
                </a:solidFill>
              </a:defRPr>
            </a:lvl5pPr>
            <a:lvl6pPr>
              <a:defRPr sz="1650" b="1">
                <a:solidFill>
                  <a:srgbClr val="117B50"/>
                </a:solidFill>
              </a:defRPr>
            </a:lvl6pPr>
            <a:lvl7pPr>
              <a:defRPr sz="1650" b="1">
                <a:solidFill>
                  <a:srgbClr val="117B50"/>
                </a:solidFill>
              </a:defRPr>
            </a:lvl7pPr>
            <a:lvl8pPr>
              <a:defRPr sz="1650" b="1">
                <a:solidFill>
                  <a:srgbClr val="117B50"/>
                </a:solidFill>
              </a:defRPr>
            </a:lvl8pPr>
            <a:lvl9pPr>
              <a:defRPr sz="1650" b="1">
                <a:solidFill>
                  <a:srgbClr val="117B50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17B50"/>
                </a:solidFill>
              </a:defRPr>
            </a:pPr>
            <a:r>
              <a:rPr sz="1650" b="1">
                <a:solidFill>
                  <a:srgbClr val="117B50"/>
                </a:solidFill>
              </a:rPr>
              <a:t>What this PoC can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9BE9C-EB05-42B2-8DAE-30C041E9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463A5"/>
                </a:solidFill>
              </a:defRPr>
            </a:defPPr>
            <a:lvl1pPr>
              <a:defRPr sz="1350" b="1">
                <a:solidFill>
                  <a:srgbClr val="2463A5"/>
                </a:solidFill>
              </a:defRPr>
            </a:lvl1pPr>
            <a:lvl2pPr>
              <a:defRPr sz="1350" b="1">
                <a:solidFill>
                  <a:srgbClr val="2463A5"/>
                </a:solidFill>
              </a:defRPr>
            </a:lvl2pPr>
            <a:lvl3pPr>
              <a:defRPr sz="1350" b="1">
                <a:solidFill>
                  <a:srgbClr val="2463A5"/>
                </a:solidFill>
              </a:defRPr>
            </a:lvl3pPr>
            <a:lvl4pPr>
              <a:defRPr sz="1350" b="1">
                <a:solidFill>
                  <a:srgbClr val="2463A5"/>
                </a:solidFill>
              </a:defRPr>
            </a:lvl4pPr>
            <a:lvl5pPr>
              <a:defRPr sz="1350" b="1">
                <a:solidFill>
                  <a:srgbClr val="2463A5"/>
                </a:solidFill>
              </a:defRPr>
            </a:lvl5pPr>
            <a:lvl6pPr>
              <a:defRPr sz="1350" b="1">
                <a:solidFill>
                  <a:srgbClr val="2463A5"/>
                </a:solidFill>
              </a:defRPr>
            </a:lvl6pPr>
            <a:lvl7pPr>
              <a:defRPr sz="1350" b="1">
                <a:solidFill>
                  <a:srgbClr val="2463A5"/>
                </a:solidFill>
              </a:defRPr>
            </a:lvl7pPr>
            <a:lvl8pPr>
              <a:defRPr sz="1350" b="1">
                <a:solidFill>
                  <a:srgbClr val="2463A5"/>
                </a:solidFill>
              </a:defRPr>
            </a:lvl8pPr>
            <a:lvl9pPr>
              <a:defRPr sz="13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63A5"/>
                </a:solidFill>
              </a:defRPr>
            </a:pPr>
            <a:r>
              <a:rPr sz="1350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35ACB-39AB-4593-9714-EB8B145B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573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Structural presence of selected HTML attributes and elements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2BECF-B841-453E-A96A-5C28AE96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463A5"/>
                </a:solidFill>
              </a:defRPr>
            </a:defPPr>
            <a:lvl1pPr>
              <a:defRPr sz="1350" b="1">
                <a:solidFill>
                  <a:srgbClr val="2463A5"/>
                </a:solidFill>
              </a:defRPr>
            </a:lvl1pPr>
            <a:lvl2pPr>
              <a:defRPr sz="1350" b="1">
                <a:solidFill>
                  <a:srgbClr val="2463A5"/>
                </a:solidFill>
              </a:defRPr>
            </a:lvl2pPr>
            <a:lvl3pPr>
              <a:defRPr sz="1350" b="1">
                <a:solidFill>
                  <a:srgbClr val="2463A5"/>
                </a:solidFill>
              </a:defRPr>
            </a:lvl3pPr>
            <a:lvl4pPr>
              <a:defRPr sz="1350" b="1">
                <a:solidFill>
                  <a:srgbClr val="2463A5"/>
                </a:solidFill>
              </a:defRPr>
            </a:lvl4pPr>
            <a:lvl5pPr>
              <a:defRPr sz="1350" b="1">
                <a:solidFill>
                  <a:srgbClr val="2463A5"/>
                </a:solidFill>
              </a:defRPr>
            </a:lvl5pPr>
            <a:lvl6pPr>
              <a:defRPr sz="1350" b="1">
                <a:solidFill>
                  <a:srgbClr val="2463A5"/>
                </a:solidFill>
              </a:defRPr>
            </a:lvl6pPr>
            <a:lvl7pPr>
              <a:defRPr sz="1350" b="1">
                <a:solidFill>
                  <a:srgbClr val="2463A5"/>
                </a:solidFill>
              </a:defRPr>
            </a:lvl7pPr>
            <a:lvl8pPr>
              <a:defRPr sz="1350" b="1">
                <a:solidFill>
                  <a:srgbClr val="2463A5"/>
                </a:solidFill>
              </a:defRPr>
            </a:lvl8pPr>
            <a:lvl9pPr>
              <a:defRPr sz="13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63A5"/>
                </a:solidFill>
              </a:defRPr>
            </a:pPr>
            <a:r>
              <a:rPr sz="1350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D1D7E-8034-468D-B2D2-25491094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Limited inline foreground and background contrast calculation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D3E49-7455-44BE-9188-F34B62AA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463A5"/>
                </a:solidFill>
              </a:defRPr>
            </a:defPPr>
            <a:lvl1pPr>
              <a:defRPr sz="1350" b="1">
                <a:solidFill>
                  <a:srgbClr val="2463A5"/>
                </a:solidFill>
              </a:defRPr>
            </a:lvl1pPr>
            <a:lvl2pPr>
              <a:defRPr sz="1350" b="1">
                <a:solidFill>
                  <a:srgbClr val="2463A5"/>
                </a:solidFill>
              </a:defRPr>
            </a:lvl2pPr>
            <a:lvl3pPr>
              <a:defRPr sz="1350" b="1">
                <a:solidFill>
                  <a:srgbClr val="2463A5"/>
                </a:solidFill>
              </a:defRPr>
            </a:lvl3pPr>
            <a:lvl4pPr>
              <a:defRPr sz="1350" b="1">
                <a:solidFill>
                  <a:srgbClr val="2463A5"/>
                </a:solidFill>
              </a:defRPr>
            </a:lvl4pPr>
            <a:lvl5pPr>
              <a:defRPr sz="1350" b="1">
                <a:solidFill>
                  <a:srgbClr val="2463A5"/>
                </a:solidFill>
              </a:defRPr>
            </a:lvl5pPr>
            <a:lvl6pPr>
              <a:defRPr sz="1350" b="1">
                <a:solidFill>
                  <a:srgbClr val="2463A5"/>
                </a:solidFill>
              </a:defRPr>
            </a:lvl6pPr>
            <a:lvl7pPr>
              <a:defRPr sz="1350" b="1">
                <a:solidFill>
                  <a:srgbClr val="2463A5"/>
                </a:solidFill>
              </a:defRPr>
            </a:lvl7pPr>
            <a:lvl8pPr>
              <a:defRPr sz="1350" b="1">
                <a:solidFill>
                  <a:srgbClr val="2463A5"/>
                </a:solidFill>
              </a:defRPr>
            </a:lvl8pPr>
            <a:lvl9pPr>
              <a:defRPr sz="13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63A5"/>
                </a:solidFill>
              </a:defRPr>
            </a:pPr>
            <a:r>
              <a:rPr sz="1350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AA073-FDE9-4E72-B0F0-8AEF8CF0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Whether each report contains standard, fix, and validation guidance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32401-7660-475C-A428-76294B7F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33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7791F"/>
                </a:solidFill>
              </a:defRPr>
            </a:defPPr>
            <a:lvl1pPr>
              <a:defRPr sz="1650" b="1">
                <a:solidFill>
                  <a:srgbClr val="B7791F"/>
                </a:solidFill>
              </a:defRPr>
            </a:lvl1pPr>
            <a:lvl2pPr>
              <a:defRPr sz="1650" b="1">
                <a:solidFill>
                  <a:srgbClr val="B7791F"/>
                </a:solidFill>
              </a:defRPr>
            </a:lvl2pPr>
            <a:lvl3pPr>
              <a:defRPr sz="1650" b="1">
                <a:solidFill>
                  <a:srgbClr val="B7791F"/>
                </a:solidFill>
              </a:defRPr>
            </a:lvl3pPr>
            <a:lvl4pPr>
              <a:defRPr sz="1650" b="1">
                <a:solidFill>
                  <a:srgbClr val="B7791F"/>
                </a:solidFill>
              </a:defRPr>
            </a:lvl4pPr>
            <a:lvl5pPr>
              <a:defRPr sz="1650" b="1">
                <a:solidFill>
                  <a:srgbClr val="B7791F"/>
                </a:solidFill>
              </a:defRPr>
            </a:lvl5pPr>
            <a:lvl6pPr>
              <a:defRPr sz="1650" b="1">
                <a:solidFill>
                  <a:srgbClr val="B7791F"/>
                </a:solidFill>
              </a:defRPr>
            </a:lvl6pPr>
            <a:lvl7pPr>
              <a:defRPr sz="1650" b="1">
                <a:solidFill>
                  <a:srgbClr val="B7791F"/>
                </a:solidFill>
              </a:defRPr>
            </a:lvl7pPr>
            <a:lvl8pPr>
              <a:defRPr sz="1650" b="1">
                <a:solidFill>
                  <a:srgbClr val="B7791F"/>
                </a:solidFill>
              </a:defRPr>
            </a:lvl8pPr>
            <a:lvl9pPr>
              <a:defRPr sz="1650" b="1">
                <a:solidFill>
                  <a:srgbClr val="B7791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7791F"/>
                </a:solidFill>
              </a:defRPr>
            </a:pPr>
            <a:r>
              <a:rPr sz="1650" b="1">
                <a:solidFill>
                  <a:srgbClr val="B7791F"/>
                </a:solidFill>
              </a:rPr>
              <a:t>What a human must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1F1FF-2DFD-4557-8E11-D3E8B81A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463A5"/>
                </a:solidFill>
              </a:defRPr>
            </a:defPPr>
            <a:lvl1pPr>
              <a:defRPr sz="1350" b="1">
                <a:solidFill>
                  <a:srgbClr val="2463A5"/>
                </a:solidFill>
              </a:defRPr>
            </a:lvl1pPr>
            <a:lvl2pPr>
              <a:defRPr sz="1350" b="1">
                <a:solidFill>
                  <a:srgbClr val="2463A5"/>
                </a:solidFill>
              </a:defRPr>
            </a:lvl2pPr>
            <a:lvl3pPr>
              <a:defRPr sz="1350" b="1">
                <a:solidFill>
                  <a:srgbClr val="2463A5"/>
                </a:solidFill>
              </a:defRPr>
            </a:lvl3pPr>
            <a:lvl4pPr>
              <a:defRPr sz="1350" b="1">
                <a:solidFill>
                  <a:srgbClr val="2463A5"/>
                </a:solidFill>
              </a:defRPr>
            </a:lvl4pPr>
            <a:lvl5pPr>
              <a:defRPr sz="1350" b="1">
                <a:solidFill>
                  <a:srgbClr val="2463A5"/>
                </a:solidFill>
              </a:defRPr>
            </a:lvl5pPr>
            <a:lvl6pPr>
              <a:defRPr sz="1350" b="1">
                <a:solidFill>
                  <a:srgbClr val="2463A5"/>
                </a:solidFill>
              </a:defRPr>
            </a:lvl6pPr>
            <a:lvl7pPr>
              <a:defRPr sz="1350" b="1">
                <a:solidFill>
                  <a:srgbClr val="2463A5"/>
                </a:solidFill>
              </a:defRPr>
            </a:lvl7pPr>
            <a:lvl8pPr>
              <a:defRPr sz="1350" b="1">
                <a:solidFill>
                  <a:srgbClr val="2463A5"/>
                </a:solidFill>
              </a:defRPr>
            </a:lvl8pPr>
            <a:lvl9pPr>
              <a:defRPr sz="13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63A5"/>
                </a:solidFill>
              </a:defRPr>
            </a:pPr>
            <a:r>
              <a:rPr sz="1350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9369C-730B-4478-BF2B-015F6BF8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5737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Meaningful image descriptions in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0F719-3168-473E-9553-8054312F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463A5"/>
                </a:solidFill>
              </a:defRPr>
            </a:defPPr>
            <a:lvl1pPr>
              <a:defRPr sz="1350" b="1">
                <a:solidFill>
                  <a:srgbClr val="2463A5"/>
                </a:solidFill>
              </a:defRPr>
            </a:lvl1pPr>
            <a:lvl2pPr>
              <a:defRPr sz="1350" b="1">
                <a:solidFill>
                  <a:srgbClr val="2463A5"/>
                </a:solidFill>
              </a:defRPr>
            </a:lvl2pPr>
            <a:lvl3pPr>
              <a:defRPr sz="1350" b="1">
                <a:solidFill>
                  <a:srgbClr val="2463A5"/>
                </a:solidFill>
              </a:defRPr>
            </a:lvl3pPr>
            <a:lvl4pPr>
              <a:defRPr sz="1350" b="1">
                <a:solidFill>
                  <a:srgbClr val="2463A5"/>
                </a:solidFill>
              </a:defRPr>
            </a:lvl4pPr>
            <a:lvl5pPr>
              <a:defRPr sz="1350" b="1">
                <a:solidFill>
                  <a:srgbClr val="2463A5"/>
                </a:solidFill>
              </a:defRPr>
            </a:lvl5pPr>
            <a:lvl6pPr>
              <a:defRPr sz="1350" b="1">
                <a:solidFill>
                  <a:srgbClr val="2463A5"/>
                </a:solidFill>
              </a:defRPr>
            </a:lvl6pPr>
            <a:lvl7pPr>
              <a:defRPr sz="1350" b="1">
                <a:solidFill>
                  <a:srgbClr val="2463A5"/>
                </a:solidFill>
              </a:defRPr>
            </a:lvl7pPr>
            <a:lvl8pPr>
              <a:defRPr sz="1350" b="1">
                <a:solidFill>
                  <a:srgbClr val="2463A5"/>
                </a:solidFill>
              </a:defRPr>
            </a:lvl8pPr>
            <a:lvl9pPr>
              <a:defRPr sz="13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63A5"/>
                </a:solidFill>
              </a:defRPr>
            </a:pPr>
            <a:r>
              <a:rPr sz="1350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9D0BD-831C-4E3E-9586-EF0AE826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Keyboard operation, focus order, and visible 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B76F0E-7A21-4A16-A5BE-14599DDE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463A5"/>
                </a:solidFill>
              </a:defRPr>
            </a:defPPr>
            <a:lvl1pPr>
              <a:defRPr sz="1350" b="1">
                <a:solidFill>
                  <a:srgbClr val="2463A5"/>
                </a:solidFill>
              </a:defRPr>
            </a:lvl1pPr>
            <a:lvl2pPr>
              <a:defRPr sz="1350" b="1">
                <a:solidFill>
                  <a:srgbClr val="2463A5"/>
                </a:solidFill>
              </a:defRPr>
            </a:lvl2pPr>
            <a:lvl3pPr>
              <a:defRPr sz="1350" b="1">
                <a:solidFill>
                  <a:srgbClr val="2463A5"/>
                </a:solidFill>
              </a:defRPr>
            </a:lvl3pPr>
            <a:lvl4pPr>
              <a:defRPr sz="1350" b="1">
                <a:solidFill>
                  <a:srgbClr val="2463A5"/>
                </a:solidFill>
              </a:defRPr>
            </a:lvl4pPr>
            <a:lvl5pPr>
              <a:defRPr sz="1350" b="1">
                <a:solidFill>
                  <a:srgbClr val="2463A5"/>
                </a:solidFill>
              </a:defRPr>
            </a:lvl5pPr>
            <a:lvl6pPr>
              <a:defRPr sz="1350" b="1">
                <a:solidFill>
                  <a:srgbClr val="2463A5"/>
                </a:solidFill>
              </a:defRPr>
            </a:lvl6pPr>
            <a:lvl7pPr>
              <a:defRPr sz="1350" b="1">
                <a:solidFill>
                  <a:srgbClr val="2463A5"/>
                </a:solidFill>
              </a:defRPr>
            </a:lvl7pPr>
            <a:lvl8pPr>
              <a:defRPr sz="1350" b="1">
                <a:solidFill>
                  <a:srgbClr val="2463A5"/>
                </a:solidFill>
              </a:defRPr>
            </a:lvl8pPr>
            <a:lvl9pPr>
              <a:defRPr sz="13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63A5"/>
                </a:solidFill>
              </a:defRPr>
            </a:pPr>
            <a:r>
              <a:rPr sz="1350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0FD62-D3AA-4E15-B49B-AB30B843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7187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Screen-reader flow, dynamic updates, and cognitive clarity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ECB5C-3476-4D70-9F32-3E558AF8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B5D"/>
                </a:solidFill>
              </a:defRPr>
            </a:defPPr>
            <a:lvl1pPr>
              <a:defRPr sz="1500" b="1">
                <a:solidFill>
                  <a:srgbClr val="123B5D"/>
                </a:solidFill>
              </a:defRPr>
            </a:lvl1pPr>
            <a:lvl2pPr>
              <a:defRPr sz="1500" b="1">
                <a:solidFill>
                  <a:srgbClr val="123B5D"/>
                </a:solidFill>
              </a:defRPr>
            </a:lvl2pPr>
            <a:lvl3pPr>
              <a:defRPr sz="1500" b="1">
                <a:solidFill>
                  <a:srgbClr val="123B5D"/>
                </a:solidFill>
              </a:defRPr>
            </a:lvl3pPr>
            <a:lvl4pPr>
              <a:defRPr sz="1500" b="1">
                <a:solidFill>
                  <a:srgbClr val="123B5D"/>
                </a:solidFill>
              </a:defRPr>
            </a:lvl4pPr>
            <a:lvl5pPr>
              <a:defRPr sz="1500" b="1">
                <a:solidFill>
                  <a:srgbClr val="123B5D"/>
                </a:solidFill>
              </a:defRPr>
            </a:lvl5pPr>
            <a:lvl6pPr>
              <a:defRPr sz="1500" b="1">
                <a:solidFill>
                  <a:srgbClr val="123B5D"/>
                </a:solidFill>
              </a:defRPr>
            </a:lvl6pPr>
            <a:lvl7pPr>
              <a:defRPr sz="1500" b="1">
                <a:solidFill>
                  <a:srgbClr val="123B5D"/>
                </a:solidFill>
              </a:defRPr>
            </a:lvl7pPr>
            <a:lvl8pPr>
              <a:defRPr sz="1500" b="1">
                <a:solidFill>
                  <a:srgbClr val="123B5D"/>
                </a:solidFill>
              </a:defRPr>
            </a:lvl8pPr>
            <a:lvl9pPr>
              <a:defRPr sz="1500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3B5D"/>
                </a:solidFill>
              </a:defRPr>
            </a:pPr>
            <a:r>
              <a:rPr sz="1500" b="1">
                <a:solidFill>
                  <a:srgbClr val="123B5D"/>
                </a:solidFill>
              </a:rPr>
              <a:t>Zero automated findings does not prove full accessibility or WCAG conformance.</a:t>
            </a:r>
          </a:p>
        </p:txBody>
      </p:sp>
    </p:spTree>
    <p:extLst>
      <p:ext uri="{BB962C8B-B14F-4D97-AF65-F5344CB8AC3E}">
        <p14:creationId xmlns:p14="http://schemas.microsoft.com/office/powerpoint/2010/main" val="13696830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40D6B-645C-44CA-B9F3-5DB54AAB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9F881-D29A-4500-873D-B8AF1F44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23B5D"/>
                </a:solidFill>
              </a:defRPr>
            </a:defPPr>
            <a:lvl1pPr>
              <a:defRPr sz="2325" b="1">
                <a:solidFill>
                  <a:srgbClr val="123B5D"/>
                </a:solidFill>
              </a:defRPr>
            </a:lvl1pPr>
            <a:lvl2pPr>
              <a:defRPr sz="2325" b="1">
                <a:solidFill>
                  <a:srgbClr val="123B5D"/>
                </a:solidFill>
              </a:defRPr>
            </a:lvl2pPr>
            <a:lvl3pPr>
              <a:defRPr sz="2325" b="1">
                <a:solidFill>
                  <a:srgbClr val="123B5D"/>
                </a:solidFill>
              </a:defRPr>
            </a:lvl3pPr>
            <a:lvl4pPr>
              <a:defRPr sz="2325" b="1">
                <a:solidFill>
                  <a:srgbClr val="123B5D"/>
                </a:solidFill>
              </a:defRPr>
            </a:lvl4pPr>
            <a:lvl5pPr>
              <a:defRPr sz="2325" b="1">
                <a:solidFill>
                  <a:srgbClr val="123B5D"/>
                </a:solidFill>
              </a:defRPr>
            </a:lvl5pPr>
            <a:lvl6pPr>
              <a:defRPr sz="2325" b="1">
                <a:solidFill>
                  <a:srgbClr val="123B5D"/>
                </a:solidFill>
              </a:defRPr>
            </a:lvl6pPr>
            <a:lvl7pPr>
              <a:defRPr sz="2325" b="1">
                <a:solidFill>
                  <a:srgbClr val="123B5D"/>
                </a:solidFill>
              </a:defRPr>
            </a:lvl7pPr>
            <a:lvl8pPr>
              <a:defRPr sz="2325" b="1">
                <a:solidFill>
                  <a:srgbClr val="123B5D"/>
                </a:solidFill>
              </a:defRPr>
            </a:lvl8pPr>
            <a:lvl9pPr>
              <a:defRPr sz="2325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23B5D"/>
                </a:solidFill>
              </a:defRPr>
            </a:pPr>
            <a:r>
              <a:rPr sz="2325" b="1">
                <a:solidFill>
                  <a:srgbClr val="123B5D"/>
                </a:solidFill>
              </a:rPr>
              <a:t>Impact future scope and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712D2-B599-4F40-AE34-CEB47C57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96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77A"/>
                </a:solidFill>
              </a:defRPr>
            </a:defPPr>
            <a:lvl1pPr>
              <a:defRPr sz="900" b="0">
                <a:solidFill>
                  <a:srgbClr val="52677A"/>
                </a:solidFill>
              </a:defRPr>
            </a:lvl1pPr>
            <a:lvl2pPr>
              <a:defRPr sz="900" b="0">
                <a:solidFill>
                  <a:srgbClr val="52677A"/>
                </a:solidFill>
              </a:defRPr>
            </a:lvl2pPr>
            <a:lvl3pPr>
              <a:defRPr sz="900" b="0">
                <a:solidFill>
                  <a:srgbClr val="52677A"/>
                </a:solidFill>
              </a:defRPr>
            </a:lvl3pPr>
            <a:lvl4pPr>
              <a:defRPr sz="900" b="0">
                <a:solidFill>
                  <a:srgbClr val="52677A"/>
                </a:solidFill>
              </a:defRPr>
            </a:lvl4pPr>
            <a:lvl5pPr>
              <a:defRPr sz="900" b="0">
                <a:solidFill>
                  <a:srgbClr val="52677A"/>
                </a:solidFill>
              </a:defRPr>
            </a:lvl5pPr>
            <a:lvl6pPr>
              <a:defRPr sz="900" b="0">
                <a:solidFill>
                  <a:srgbClr val="52677A"/>
                </a:solidFill>
              </a:defRPr>
            </a:lvl6pPr>
            <a:lvl7pPr>
              <a:defRPr sz="900" b="0">
                <a:solidFill>
                  <a:srgbClr val="52677A"/>
                </a:solidFill>
              </a:defRPr>
            </a:lvl7pPr>
            <a:lvl8pPr>
              <a:defRPr sz="900" b="0">
                <a:solidFill>
                  <a:srgbClr val="52677A"/>
                </a:solidFill>
              </a:defRPr>
            </a:lvl8pPr>
            <a:lvl9pPr>
              <a:defRPr sz="900" b="0">
                <a:solidFill>
                  <a:srgbClr val="52677A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</a:defRPr>
            </a:pPr>
            <a:r>
              <a:rPr sz="900" b="0">
                <a:solidFill>
                  <a:srgbClr val="52677A"/>
                </a:solidFill>
              </a:rPr>
              <a:t>CA-3  |  Priyansh Pandey  |  7/7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07A60-BE44-4E06-B9C5-00C05E45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63A5"/>
                </a:solidFill>
              </a:defRPr>
            </a:defPPr>
            <a:lvl1pPr>
              <a:defRPr sz="1650" b="1">
                <a:solidFill>
                  <a:srgbClr val="2463A5"/>
                </a:solidFill>
              </a:defRPr>
            </a:lvl1pPr>
            <a:lvl2pPr>
              <a:defRPr sz="1650" b="1">
                <a:solidFill>
                  <a:srgbClr val="2463A5"/>
                </a:solidFill>
              </a:defRPr>
            </a:lvl2pPr>
            <a:lvl3pPr>
              <a:defRPr sz="1650" b="1">
                <a:solidFill>
                  <a:srgbClr val="2463A5"/>
                </a:solidFill>
              </a:defRPr>
            </a:lvl3pPr>
            <a:lvl4pPr>
              <a:defRPr sz="1650" b="1">
                <a:solidFill>
                  <a:srgbClr val="2463A5"/>
                </a:solidFill>
              </a:defRPr>
            </a:lvl4pPr>
            <a:lvl5pPr>
              <a:defRPr sz="1650" b="1">
                <a:solidFill>
                  <a:srgbClr val="2463A5"/>
                </a:solidFill>
              </a:defRPr>
            </a:lvl5pPr>
            <a:lvl6pPr>
              <a:defRPr sz="1650" b="1">
                <a:solidFill>
                  <a:srgbClr val="2463A5"/>
                </a:solidFill>
              </a:defRPr>
            </a:lvl6pPr>
            <a:lvl7pPr>
              <a:defRPr sz="1650" b="1">
                <a:solidFill>
                  <a:srgbClr val="2463A5"/>
                </a:solidFill>
              </a:defRPr>
            </a:lvl7pPr>
            <a:lvl8pPr>
              <a:defRPr sz="1650" b="1">
                <a:solidFill>
                  <a:srgbClr val="2463A5"/>
                </a:solidFill>
              </a:defRPr>
            </a:lvl8pPr>
            <a:lvl9pPr>
              <a:defRPr sz="16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63A5"/>
                </a:solidFill>
              </a:defRPr>
            </a:pPr>
            <a:r>
              <a:rPr sz="1650" b="1">
                <a:solidFill>
                  <a:srgbClr val="2463A5"/>
                </a:solidFill>
              </a:rPr>
              <a:t>Current contribution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DA0A9-AEAB-4CB4-91BC-5F3B1796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463A5"/>
                </a:solidFill>
              </a:defRPr>
            </a:defPPr>
            <a:lvl1pPr>
              <a:defRPr sz="1350" b="1">
                <a:solidFill>
                  <a:srgbClr val="2463A5"/>
                </a:solidFill>
              </a:defRPr>
            </a:lvl1pPr>
            <a:lvl2pPr>
              <a:defRPr sz="1350" b="1">
                <a:solidFill>
                  <a:srgbClr val="2463A5"/>
                </a:solidFill>
              </a:defRPr>
            </a:lvl2pPr>
            <a:lvl3pPr>
              <a:defRPr sz="1350" b="1">
                <a:solidFill>
                  <a:srgbClr val="2463A5"/>
                </a:solidFill>
              </a:defRPr>
            </a:lvl3pPr>
            <a:lvl4pPr>
              <a:defRPr sz="1350" b="1">
                <a:solidFill>
                  <a:srgbClr val="2463A5"/>
                </a:solidFill>
              </a:defRPr>
            </a:lvl4pPr>
            <a:lvl5pPr>
              <a:defRPr sz="1350" b="1">
                <a:solidFill>
                  <a:srgbClr val="2463A5"/>
                </a:solidFill>
              </a:defRPr>
            </a:lvl5pPr>
            <a:lvl6pPr>
              <a:defRPr sz="1350" b="1">
                <a:solidFill>
                  <a:srgbClr val="2463A5"/>
                </a:solidFill>
              </a:defRPr>
            </a:lvl6pPr>
            <a:lvl7pPr>
              <a:defRPr sz="1350" b="1">
                <a:solidFill>
                  <a:srgbClr val="2463A5"/>
                </a:solidFill>
              </a:defRPr>
            </a:lvl7pPr>
            <a:lvl8pPr>
              <a:defRPr sz="1350" b="1">
                <a:solidFill>
                  <a:srgbClr val="2463A5"/>
                </a:solidFill>
              </a:defRPr>
            </a:lvl8pPr>
            <a:lvl9pPr>
              <a:defRPr sz="13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63A5"/>
                </a:solidFill>
              </a:defRPr>
            </a:pPr>
            <a:r>
              <a:rPr sz="1350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237F7-2E25-4B52-AABE-2AB77EF7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A repeatable first-pass accessibility review for supplied 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C8F00-C1A9-45E6-BAC8-A8C4536B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463A5"/>
                </a:solidFill>
              </a:defRPr>
            </a:defPPr>
            <a:lvl1pPr>
              <a:defRPr sz="1350" b="1">
                <a:solidFill>
                  <a:srgbClr val="2463A5"/>
                </a:solidFill>
              </a:defRPr>
            </a:lvl1pPr>
            <a:lvl2pPr>
              <a:defRPr sz="1350" b="1">
                <a:solidFill>
                  <a:srgbClr val="2463A5"/>
                </a:solidFill>
              </a:defRPr>
            </a:lvl2pPr>
            <a:lvl3pPr>
              <a:defRPr sz="1350" b="1">
                <a:solidFill>
                  <a:srgbClr val="2463A5"/>
                </a:solidFill>
              </a:defRPr>
            </a:lvl3pPr>
            <a:lvl4pPr>
              <a:defRPr sz="1350" b="1">
                <a:solidFill>
                  <a:srgbClr val="2463A5"/>
                </a:solidFill>
              </a:defRPr>
            </a:lvl4pPr>
            <a:lvl5pPr>
              <a:defRPr sz="1350" b="1">
                <a:solidFill>
                  <a:srgbClr val="2463A5"/>
                </a:solidFill>
              </a:defRPr>
            </a:lvl5pPr>
            <a:lvl6pPr>
              <a:defRPr sz="1350" b="1">
                <a:solidFill>
                  <a:srgbClr val="2463A5"/>
                </a:solidFill>
              </a:defRPr>
            </a:lvl6pPr>
            <a:lvl7pPr>
              <a:defRPr sz="1350" b="1">
                <a:solidFill>
                  <a:srgbClr val="2463A5"/>
                </a:solidFill>
              </a:defRPr>
            </a:lvl7pPr>
            <a:lvl8pPr>
              <a:defRPr sz="1350" b="1">
                <a:solidFill>
                  <a:srgbClr val="2463A5"/>
                </a:solidFill>
              </a:defRPr>
            </a:lvl8pPr>
            <a:lvl9pPr>
              <a:defRPr sz="13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63A5"/>
                </a:solidFill>
              </a:defRPr>
            </a:pPr>
            <a:r>
              <a:rPr sz="1350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CE55C-9407-4822-88E3-28C23C0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622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Clear developer guidance tied to relevant WCAG criteria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5BA19-812A-45CE-8ABB-B5809434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463A5"/>
                </a:solidFill>
              </a:defRPr>
            </a:defPPr>
            <a:lvl1pPr>
              <a:defRPr sz="1350" b="1">
                <a:solidFill>
                  <a:srgbClr val="2463A5"/>
                </a:solidFill>
              </a:defRPr>
            </a:lvl1pPr>
            <a:lvl2pPr>
              <a:defRPr sz="1350" b="1">
                <a:solidFill>
                  <a:srgbClr val="2463A5"/>
                </a:solidFill>
              </a:defRPr>
            </a:lvl2pPr>
            <a:lvl3pPr>
              <a:defRPr sz="1350" b="1">
                <a:solidFill>
                  <a:srgbClr val="2463A5"/>
                </a:solidFill>
              </a:defRPr>
            </a:lvl3pPr>
            <a:lvl4pPr>
              <a:defRPr sz="1350" b="1">
                <a:solidFill>
                  <a:srgbClr val="2463A5"/>
                </a:solidFill>
              </a:defRPr>
            </a:lvl4pPr>
            <a:lvl5pPr>
              <a:defRPr sz="1350" b="1">
                <a:solidFill>
                  <a:srgbClr val="2463A5"/>
                </a:solidFill>
              </a:defRPr>
            </a:lvl5pPr>
            <a:lvl6pPr>
              <a:defRPr sz="1350" b="1">
                <a:solidFill>
                  <a:srgbClr val="2463A5"/>
                </a:solidFill>
              </a:defRPr>
            </a:lvl6pPr>
            <a:lvl7pPr>
              <a:defRPr sz="1350" b="1">
                <a:solidFill>
                  <a:srgbClr val="2463A5"/>
                </a:solidFill>
              </a:defRPr>
            </a:lvl7pPr>
            <a:lvl8pPr>
              <a:defRPr sz="1350" b="1">
                <a:solidFill>
                  <a:srgbClr val="2463A5"/>
                </a:solidFill>
              </a:defRPr>
            </a:lvl8pPr>
            <a:lvl9pPr>
              <a:defRPr sz="13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63A5"/>
                </a:solidFill>
              </a:defRPr>
            </a:pPr>
            <a:r>
              <a:rPr sz="1350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5F02E-19D4-4D25-AA70-E59D8C03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A visible boundary between automation and human judgement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FB072-994D-4493-9F15-E6471DF1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17B50"/>
                </a:solidFill>
              </a:defRPr>
            </a:defPPr>
            <a:lvl1pPr>
              <a:defRPr sz="1650" b="1">
                <a:solidFill>
                  <a:srgbClr val="117B50"/>
                </a:solidFill>
              </a:defRPr>
            </a:lvl1pPr>
            <a:lvl2pPr>
              <a:defRPr sz="1650" b="1">
                <a:solidFill>
                  <a:srgbClr val="117B50"/>
                </a:solidFill>
              </a:defRPr>
            </a:lvl2pPr>
            <a:lvl3pPr>
              <a:defRPr sz="1650" b="1">
                <a:solidFill>
                  <a:srgbClr val="117B50"/>
                </a:solidFill>
              </a:defRPr>
            </a:lvl3pPr>
            <a:lvl4pPr>
              <a:defRPr sz="1650" b="1">
                <a:solidFill>
                  <a:srgbClr val="117B50"/>
                </a:solidFill>
              </a:defRPr>
            </a:lvl4pPr>
            <a:lvl5pPr>
              <a:defRPr sz="1650" b="1">
                <a:solidFill>
                  <a:srgbClr val="117B50"/>
                </a:solidFill>
              </a:defRPr>
            </a:lvl5pPr>
            <a:lvl6pPr>
              <a:defRPr sz="1650" b="1">
                <a:solidFill>
                  <a:srgbClr val="117B50"/>
                </a:solidFill>
              </a:defRPr>
            </a:lvl6pPr>
            <a:lvl7pPr>
              <a:defRPr sz="1650" b="1">
                <a:solidFill>
                  <a:srgbClr val="117B50"/>
                </a:solidFill>
              </a:defRPr>
            </a:lvl7pPr>
            <a:lvl8pPr>
              <a:defRPr sz="1650" b="1">
                <a:solidFill>
                  <a:srgbClr val="117B50"/>
                </a:solidFill>
              </a:defRPr>
            </a:lvl8pPr>
            <a:lvl9pPr>
              <a:defRPr sz="1650" b="1">
                <a:solidFill>
                  <a:srgbClr val="117B50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17B50"/>
                </a:solidFill>
              </a:defRPr>
            </a:pPr>
            <a:r>
              <a:rPr sz="1650" b="1">
                <a:solidFill>
                  <a:srgbClr val="117B50"/>
                </a:solidFill>
              </a:rPr>
              <a:t>Future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A7252-E059-45CF-9AD0-E8C06181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463A5"/>
                </a:solidFill>
              </a:defRPr>
            </a:defPPr>
            <a:lvl1pPr>
              <a:defRPr sz="1350" b="1">
                <a:solidFill>
                  <a:srgbClr val="2463A5"/>
                </a:solidFill>
              </a:defRPr>
            </a:lvl1pPr>
            <a:lvl2pPr>
              <a:defRPr sz="1350" b="1">
                <a:solidFill>
                  <a:srgbClr val="2463A5"/>
                </a:solidFill>
              </a:defRPr>
            </a:lvl2pPr>
            <a:lvl3pPr>
              <a:defRPr sz="1350" b="1">
                <a:solidFill>
                  <a:srgbClr val="2463A5"/>
                </a:solidFill>
              </a:defRPr>
            </a:lvl3pPr>
            <a:lvl4pPr>
              <a:defRPr sz="1350" b="1">
                <a:solidFill>
                  <a:srgbClr val="2463A5"/>
                </a:solidFill>
              </a:defRPr>
            </a:lvl4pPr>
            <a:lvl5pPr>
              <a:defRPr sz="1350" b="1">
                <a:solidFill>
                  <a:srgbClr val="2463A5"/>
                </a:solidFill>
              </a:defRPr>
            </a:lvl5pPr>
            <a:lvl6pPr>
              <a:defRPr sz="1350" b="1">
                <a:solidFill>
                  <a:srgbClr val="2463A5"/>
                </a:solidFill>
              </a:defRPr>
            </a:lvl6pPr>
            <a:lvl7pPr>
              <a:defRPr sz="1350" b="1">
                <a:solidFill>
                  <a:srgbClr val="2463A5"/>
                </a:solidFill>
              </a:defRPr>
            </a:lvl7pPr>
            <a:lvl8pPr>
              <a:defRPr sz="1350" b="1">
                <a:solidFill>
                  <a:srgbClr val="2463A5"/>
                </a:solidFill>
              </a:defRPr>
            </a:lvl8pPr>
            <a:lvl9pPr>
              <a:defRPr sz="13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63A5"/>
                </a:solidFill>
              </a:defRPr>
            </a:pPr>
            <a:r>
              <a:rPr sz="1350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43A5F-1A1A-4CF5-9E95-D8CDB583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526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Rendered browser and broader CSS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70B99-DC46-4C8E-82E7-68508407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463A5"/>
                </a:solidFill>
              </a:defRPr>
            </a:defPPr>
            <a:lvl1pPr>
              <a:defRPr sz="1350" b="1">
                <a:solidFill>
                  <a:srgbClr val="2463A5"/>
                </a:solidFill>
              </a:defRPr>
            </a:lvl1pPr>
            <a:lvl2pPr>
              <a:defRPr sz="1350" b="1">
                <a:solidFill>
                  <a:srgbClr val="2463A5"/>
                </a:solidFill>
              </a:defRPr>
            </a:lvl2pPr>
            <a:lvl3pPr>
              <a:defRPr sz="1350" b="1">
                <a:solidFill>
                  <a:srgbClr val="2463A5"/>
                </a:solidFill>
              </a:defRPr>
            </a:lvl3pPr>
            <a:lvl4pPr>
              <a:defRPr sz="1350" b="1">
                <a:solidFill>
                  <a:srgbClr val="2463A5"/>
                </a:solidFill>
              </a:defRPr>
            </a:lvl4pPr>
            <a:lvl5pPr>
              <a:defRPr sz="1350" b="1">
                <a:solidFill>
                  <a:srgbClr val="2463A5"/>
                </a:solidFill>
              </a:defRPr>
            </a:lvl5pPr>
            <a:lvl6pPr>
              <a:defRPr sz="1350" b="1">
                <a:solidFill>
                  <a:srgbClr val="2463A5"/>
                </a:solidFill>
              </a:defRPr>
            </a:lvl6pPr>
            <a:lvl7pPr>
              <a:defRPr sz="1350" b="1">
                <a:solidFill>
                  <a:srgbClr val="2463A5"/>
                </a:solidFill>
              </a:defRPr>
            </a:lvl7pPr>
            <a:lvl8pPr>
              <a:defRPr sz="1350" b="1">
                <a:solidFill>
                  <a:srgbClr val="2463A5"/>
                </a:solidFill>
              </a:defRPr>
            </a:lvl8pPr>
            <a:lvl9pPr>
              <a:defRPr sz="13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63A5"/>
                </a:solidFill>
              </a:defRPr>
            </a:pPr>
            <a:r>
              <a:rPr sz="1350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5E30D-1C9C-4607-AAE4-D26967EF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622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Batch audits and review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D872A-B47C-4C8E-BD07-236312A6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71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463A5"/>
                </a:solidFill>
              </a:defRPr>
            </a:defPPr>
            <a:lvl1pPr>
              <a:defRPr sz="1350" b="1">
                <a:solidFill>
                  <a:srgbClr val="2463A5"/>
                </a:solidFill>
              </a:defRPr>
            </a:lvl1pPr>
            <a:lvl2pPr>
              <a:defRPr sz="1350" b="1">
                <a:solidFill>
                  <a:srgbClr val="2463A5"/>
                </a:solidFill>
              </a:defRPr>
            </a:lvl2pPr>
            <a:lvl3pPr>
              <a:defRPr sz="1350" b="1">
                <a:solidFill>
                  <a:srgbClr val="2463A5"/>
                </a:solidFill>
              </a:defRPr>
            </a:lvl3pPr>
            <a:lvl4pPr>
              <a:defRPr sz="1350" b="1">
                <a:solidFill>
                  <a:srgbClr val="2463A5"/>
                </a:solidFill>
              </a:defRPr>
            </a:lvl4pPr>
            <a:lvl5pPr>
              <a:defRPr sz="1350" b="1">
                <a:solidFill>
                  <a:srgbClr val="2463A5"/>
                </a:solidFill>
              </a:defRPr>
            </a:lvl5pPr>
            <a:lvl6pPr>
              <a:defRPr sz="1350" b="1">
                <a:solidFill>
                  <a:srgbClr val="2463A5"/>
                </a:solidFill>
              </a:defRPr>
            </a:lvl6pPr>
            <a:lvl7pPr>
              <a:defRPr sz="1350" b="1">
                <a:solidFill>
                  <a:srgbClr val="2463A5"/>
                </a:solidFill>
              </a:defRPr>
            </a:lvl7pPr>
            <a:lvl8pPr>
              <a:defRPr sz="1350" b="1">
                <a:solidFill>
                  <a:srgbClr val="2463A5"/>
                </a:solidFill>
              </a:defRPr>
            </a:lvl8pPr>
            <a:lvl9pPr>
              <a:defRPr sz="13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63A5"/>
                </a:solidFill>
              </a:defRPr>
            </a:pPr>
            <a:r>
              <a:rPr sz="1350" b="1">
                <a:solidFill>
                  <a:srgbClr val="2463A5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CF033-035B-4CBC-BDE7-F7B7098C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718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02A43"/>
                </a:solidFill>
              </a:defRPr>
            </a:defPPr>
            <a:lvl1pPr>
              <a:defRPr sz="1350" b="0">
                <a:solidFill>
                  <a:srgbClr val="102A43"/>
                </a:solidFill>
              </a:defRPr>
            </a:lvl1pPr>
            <a:lvl2pPr>
              <a:defRPr sz="1350" b="0">
                <a:solidFill>
                  <a:srgbClr val="102A43"/>
                </a:solidFill>
              </a:defRPr>
            </a:lvl2pPr>
            <a:lvl3pPr>
              <a:defRPr sz="1350" b="0">
                <a:solidFill>
                  <a:srgbClr val="102A43"/>
                </a:solidFill>
              </a:defRPr>
            </a:lvl3pPr>
            <a:lvl4pPr>
              <a:defRPr sz="1350" b="0">
                <a:solidFill>
                  <a:srgbClr val="102A43"/>
                </a:solidFill>
              </a:defRPr>
            </a:lvl4pPr>
            <a:lvl5pPr>
              <a:defRPr sz="1350" b="0">
                <a:solidFill>
                  <a:srgbClr val="102A43"/>
                </a:solidFill>
              </a:defRPr>
            </a:lvl5pPr>
            <a:lvl6pPr>
              <a:defRPr sz="1350" b="0">
                <a:solidFill>
                  <a:srgbClr val="102A43"/>
                </a:solidFill>
              </a:defRPr>
            </a:lvl6pPr>
            <a:lvl7pPr>
              <a:defRPr sz="1350" b="0">
                <a:solidFill>
                  <a:srgbClr val="102A43"/>
                </a:solidFill>
              </a:defRPr>
            </a:lvl7pPr>
            <a:lvl8pPr>
              <a:defRPr sz="1350" b="0">
                <a:solidFill>
                  <a:srgbClr val="102A43"/>
                </a:solidFill>
              </a:defRPr>
            </a:lvl8pPr>
            <a:lvl9pPr>
              <a:defRPr sz="13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Human approval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36618-222C-41FB-8497-D63F7AC7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3B5D"/>
                </a:solidFill>
              </a:defRPr>
            </a:defPPr>
            <a:lvl1pPr>
              <a:defRPr sz="1650" b="1">
                <a:solidFill>
                  <a:srgbClr val="123B5D"/>
                </a:solidFill>
              </a:defRPr>
            </a:lvl1pPr>
            <a:lvl2pPr>
              <a:defRPr sz="1650" b="1">
                <a:solidFill>
                  <a:srgbClr val="123B5D"/>
                </a:solidFill>
              </a:defRPr>
            </a:lvl2pPr>
            <a:lvl3pPr>
              <a:defRPr sz="1650" b="1">
                <a:solidFill>
                  <a:srgbClr val="123B5D"/>
                </a:solidFill>
              </a:defRPr>
            </a:lvl3pPr>
            <a:lvl4pPr>
              <a:defRPr sz="1650" b="1">
                <a:solidFill>
                  <a:srgbClr val="123B5D"/>
                </a:solidFill>
              </a:defRPr>
            </a:lvl4pPr>
            <a:lvl5pPr>
              <a:defRPr sz="1650" b="1">
                <a:solidFill>
                  <a:srgbClr val="123B5D"/>
                </a:solidFill>
              </a:defRPr>
            </a:lvl5pPr>
            <a:lvl6pPr>
              <a:defRPr sz="1650" b="1">
                <a:solidFill>
                  <a:srgbClr val="123B5D"/>
                </a:solidFill>
              </a:defRPr>
            </a:lvl6pPr>
            <a:lvl7pPr>
              <a:defRPr sz="1650" b="1">
                <a:solidFill>
                  <a:srgbClr val="123B5D"/>
                </a:solidFill>
              </a:defRPr>
            </a:lvl7pPr>
            <a:lvl8pPr>
              <a:defRPr sz="1650" b="1">
                <a:solidFill>
                  <a:srgbClr val="123B5D"/>
                </a:solidFill>
              </a:defRPr>
            </a:lvl8pPr>
            <a:lvl9pPr>
              <a:defRPr sz="1650" b="1">
                <a:solidFill>
                  <a:srgbClr val="123B5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3B5D"/>
                </a:solidFill>
              </a:defRPr>
            </a:pPr>
            <a:r>
              <a:rPr sz="1650" b="1">
                <a:solidFill>
                  <a:srgbClr val="123B5D"/>
                </a:solidFill>
              </a:rPr>
              <a:t>AccessAble AI demonstrates transparent, testable agent collaboration for a practical web QA task.</a:t>
            </a:r>
          </a:p>
        </p:txBody>
      </p:sp>
    </p:spTree>
    <p:extLst>
      <p:ext uri="{BB962C8B-B14F-4D97-AF65-F5344CB8AC3E}">
        <p14:creationId xmlns:p14="http://schemas.microsoft.com/office/powerpoint/2010/main" val="463206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2026-10-19T12:08:24.6930000Z</dcterms:created>
  <dcterms:modified xsi:type="dcterms:W3CDTF">2026-10-19T12:08:24.6930000Z</dcterms:modified>
</coreProperties>
</file>